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media/image20.jpg" ContentType="image/png"/>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EC26A"/>
    <a:srgbClr val="B2D69A"/>
    <a:srgbClr val="FFFFFF"/>
    <a:srgbClr val="0F381C"/>
    <a:srgbClr val="8FBC8F"/>
    <a:srgbClr val="E4F0DC"/>
    <a:srgbClr val="E0EED6"/>
    <a:srgbClr val="E2F6EF"/>
    <a:srgbClr val="EEFAF6"/>
    <a:srgbClr val="CAE0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94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485560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almal. My projek is 'n volledige, responsiewe en multifunksionele webtuiste vir 'n fiktiewe Suid-Afrikaanse skaapboerdery genaamd Highveld Boerdery. Die webtuiste is in die Highveld-omgewing geplaas en kombineer bemarking vir klante én interne bestuur vir die boer. Ek sal in die volgende 10 minute deur die projek se doel, my beplanning, elke fase se werk en die finale stelsel stap.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projek het 'n dubbele doel. Aan die een kant is dit 'n bemarkingsplatform waar klante inligting kan kry, produkte kan bestel en die boerdery kan kontak. Aan die ander kant is dit 'n bestuursinstrument vir die boer self, met voorraadbestuur, 'n transaksie-logboek en verkope-rekords. Die webtuiste moes dus beide gebruikersgroepe bedien. Kom ons kyk hoe ek dit beplan het.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Fase 1 het ek die hele projek beplan voordat ek enige kode geskryf het. Ek het die boerdery se besigheidsbehoeftes ontleed — wat word geproduseer, wie is die klante, watter daaglikse take moet die webblad ondersteun. Uit hierdie analise het ek 7 blaaie beplan, elk met 'n spesifieke doel. Ek het ook die kleurskema en navigasiestruktuur vasgestel sodat die webblad 'n samehangende voorkoms het. Daarna het ek die visuele identiteit begin bou.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2 was oor die visuele ontwerp. Ek het 'n enkele eksterne CSS-lêer geskep wat die hele webblad se styl beheer. Die navigasie bly aan die bokant terwyl jy blaai, en elke bladsy het 'n hero-prent met 'n donker oorleg. Ek het drie verskillende galery-stelsels gebou — elk met sy eie CSS-animasies. Die kleurskema is konsekwent deur alle blaaie. Maar 'n mooi webblad is niks sonder responsiwiteit nie.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Fase 3 het ek die webblad responsief gemaak sodat dit op selfone, tablette en rekenaars werk. Ek het media queries vir drie skermgroottes gebruik en 'n hamburger-menu vir mobiele toestelle geïmplementeer. Ek het ook twee webvorms bygevoeg — 'n bestelvorm vir klante en 'n kontakvorm vir navrae. Beide vorms het validasie om seker te maak dat alle vereiste velde ingevul is. Ek het selfs 'n aparte Print.css geskep vir netjiese drukwerk. Volgende het ek interaktiwiteit bygevoeg met JavaScript.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4 was die mees tegnies uitdagende fase. Ek het JavaScript gebruik om die webblad lewendig te maak — galerye wat outomaties blaai, 'n bestelvorm wat die totaal bereken terwyl jy tik, en 'n inkopie-mandjie wat items stoor. Ons het die webblad responsief gemaak, en nou bring ons dit tot lewe. Ek het ook 'n bemarkingsvideo met Afrikaanse onderskrifte bygevoeg, en 'n slim funksie wat 'n logo-blok oor die video vertoon in die laaste 5 sekondes. Dit alles sonder enige eksterne biblioteke. Kom ons kyk hoe ons die data bestuur het in die volgende fase.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die finale fase het ek 'n werkende databasis geïmplementeer met behulp van die blaaier se localStorage. Die voorraadbestuur-bladsy het volledige CRUD-funksionaliteit — jy kan items byvoeg, verander, soek en verwyder. Dit bou voort op die interaktiwiteit wat ons in Fase 4 gesien het. Elke verandering word in 'n transaksie-logboek aangeteken, wat deursigtigheid verseker. Ek het ook 'n plaaskalender gebou en 'n SQL-skema gedokumenteer vir wanneer die webblad na 'n regte bediener oorgedra word. Hierdie fase het die projek afgerond, en nou kan ons die finale produk sien.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finale webtuiste bestaan uit 7 blaaie wat naatloos saamwerk. Elke bladsy het 'n spesifieke doel en dra by tot die geheel, van die tuisblad se oorsig tot die kontakvorm. Die navigasie verbind alles met dropdown-menus en 'n hamburger-menu op mobiel, wat 'n intuïtiewe gebruikerservaring skep. Die webtuiste is volledig responsief en werk op selfone, tablette en rekenaars. Dit is die resultaat van al die beplanning en ontwikkeling. Maar watter tegnologieë het dit alles moontlik gemaak?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projek gebruik slegs die drie kern web-tegnologieë — geen raamwerke of biblioteke nie, net suiwer HTML5, CSS en JavaScript. Dit toon 'n grondige begrip van die basiese tegnologieë. Die JavaScript is veral omvangryk met galerye, vorms, 'n databasis-simulasie, 'n kalender en 'n inkopie-mandjie — alles sonder enige eksterne biblioteke. Ons het gesien hoe hierdie tegnologieë in elke fase toegepas is. Dit alles lei tot 'n volledige weboplossing.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af te sluit — hierdie projek het my geleer hoe om 'n volledige weboplossing van die grond af te bou. Van beplanning in Fase 1 tot die finale CRUD-databasis in Fase 5, het ek elke aspek van moderne webontwikkeling aangeraak. Die webtuiste is nie net funksioneel nie, maar ook visueel professioneel en volledig gedokumenteer. Dit is 'n bewys van wat bereik kan word met 'n soliede begrip van die basiese beginsels. Dankie vir julle aandag — ek is gereed vir enige vrae.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jpe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s>
</file>

<file path=ppt/slides/_rels/slide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9.jpg"/></Relationships>
</file>

<file path=ppt/slides/_rels/slide5.xml.rels><?xml version="1.0" encoding="UTF-8" standalone="yes"?>
<Relationships xmlns="http://schemas.openxmlformats.org/package/2006/relationships"><Relationship Id="rId3" Type="http://schemas.openxmlformats.org/officeDocument/2006/relationships/image" Target="../media/image18.jpe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g"/></Relationships>
</file>

<file path=ppt/slides/_rels/slide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5.jpg"/></Relationships>
</file>

<file path=ppt/slides/_rels/slide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13" name="Rectangle 12">
            <a:extLst>
              <a:ext uri="{FF2B5EF4-FFF2-40B4-BE49-F238E27FC236}">
                <a16:creationId xmlns:a16="http://schemas.microsoft.com/office/drawing/2014/main" id="{392773D1-70F2-0B99-9237-5F5197928838}"/>
              </a:ext>
            </a:extLst>
          </p:cNvPr>
          <p:cNvSpPr/>
          <p:nvPr/>
        </p:nvSpPr>
        <p:spPr>
          <a:xfrm>
            <a:off x="3977640" y="0"/>
            <a:ext cx="5166360" cy="5143500"/>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 name="Flowchart: Delay 1">
            <a:extLst>
              <a:ext uri="{FF2B5EF4-FFF2-40B4-BE49-F238E27FC236}">
                <a16:creationId xmlns:a16="http://schemas.microsoft.com/office/drawing/2014/main" id="{F1AE06FA-F65C-DA35-CDB1-CD3809ECF9AD}"/>
              </a:ext>
            </a:extLst>
          </p:cNvPr>
          <p:cNvSpPr/>
          <p:nvPr/>
        </p:nvSpPr>
        <p:spPr>
          <a:xfrm>
            <a:off x="-1" y="0"/>
            <a:ext cx="6019890" cy="5143500"/>
          </a:xfrm>
          <a:custGeom>
            <a:avLst/>
            <a:gdLst>
              <a:gd name="csX0" fmla="*/ 0 w 6019800"/>
              <a:gd name="csY0" fmla="*/ 0 h 5143500"/>
              <a:gd name="csX1" fmla="*/ 3009900 w 6019800"/>
              <a:gd name="csY1" fmla="*/ 0 h 5143500"/>
              <a:gd name="csX2" fmla="*/ 6019800 w 6019800"/>
              <a:gd name="csY2" fmla="*/ 2571750 h 5143500"/>
              <a:gd name="csX3" fmla="*/ 3009900 w 6019800"/>
              <a:gd name="csY3" fmla="*/ 5143500 h 5143500"/>
              <a:gd name="csX4" fmla="*/ 0 w 6019800"/>
              <a:gd name="csY4" fmla="*/ 5143500 h 5143500"/>
              <a:gd name="csX5" fmla="*/ 0 w 6019800"/>
              <a:gd name="csY5" fmla="*/ 0 h 5143500"/>
              <a:gd name="csX0" fmla="*/ 0 w 6019800"/>
              <a:gd name="csY0" fmla="*/ 0 h 5143500"/>
              <a:gd name="csX1" fmla="*/ 3009900 w 6019800"/>
              <a:gd name="csY1" fmla="*/ 0 h 5143500"/>
              <a:gd name="csX2" fmla="*/ 6019800 w 6019800"/>
              <a:gd name="csY2" fmla="*/ 2571750 h 5143500"/>
              <a:gd name="csX3" fmla="*/ 3009900 w 6019800"/>
              <a:gd name="csY3" fmla="*/ 5143500 h 5143500"/>
              <a:gd name="csX4" fmla="*/ 0 w 6019800"/>
              <a:gd name="csY4" fmla="*/ 5143500 h 5143500"/>
              <a:gd name="csX5" fmla="*/ 0 w 6019800"/>
              <a:gd name="csY5" fmla="*/ 0 h 5143500"/>
              <a:gd name="csX0" fmla="*/ 0 w 6149814"/>
              <a:gd name="csY0" fmla="*/ 0 h 5143500"/>
              <a:gd name="csX1" fmla="*/ 3009900 w 6149814"/>
              <a:gd name="csY1" fmla="*/ 0 h 5143500"/>
              <a:gd name="csX2" fmla="*/ 6019800 w 6149814"/>
              <a:gd name="csY2" fmla="*/ 2571750 h 5143500"/>
              <a:gd name="csX3" fmla="*/ 4617720 w 6149814"/>
              <a:gd name="csY3" fmla="*/ 5143500 h 5143500"/>
              <a:gd name="csX4" fmla="*/ 0 w 6149814"/>
              <a:gd name="csY4" fmla="*/ 5143500 h 5143500"/>
              <a:gd name="csX5" fmla="*/ 0 w 6149814"/>
              <a:gd name="csY5" fmla="*/ 0 h 5143500"/>
              <a:gd name="csX0" fmla="*/ 0 w 6046475"/>
              <a:gd name="csY0" fmla="*/ 0 h 5143500"/>
              <a:gd name="csX1" fmla="*/ 4663440 w 6046475"/>
              <a:gd name="csY1" fmla="*/ 7620 h 5143500"/>
              <a:gd name="csX2" fmla="*/ 6019800 w 6046475"/>
              <a:gd name="csY2" fmla="*/ 2571750 h 5143500"/>
              <a:gd name="csX3" fmla="*/ 4617720 w 6046475"/>
              <a:gd name="csY3" fmla="*/ 5143500 h 5143500"/>
              <a:gd name="csX4" fmla="*/ 0 w 6046475"/>
              <a:gd name="csY4" fmla="*/ 5143500 h 5143500"/>
              <a:gd name="csX5" fmla="*/ 0 w 6046475"/>
              <a:gd name="csY5" fmla="*/ 0 h 5143500"/>
              <a:gd name="csX0" fmla="*/ 0 w 6031443"/>
              <a:gd name="csY0" fmla="*/ 0 h 5143500"/>
              <a:gd name="csX1" fmla="*/ 4663440 w 6031443"/>
              <a:gd name="csY1" fmla="*/ 7620 h 5143500"/>
              <a:gd name="csX2" fmla="*/ 6019800 w 6031443"/>
              <a:gd name="csY2" fmla="*/ 2571750 h 5143500"/>
              <a:gd name="csX3" fmla="*/ 4617720 w 6031443"/>
              <a:gd name="csY3" fmla="*/ 5143500 h 5143500"/>
              <a:gd name="csX4" fmla="*/ 0 w 6031443"/>
              <a:gd name="csY4" fmla="*/ 5143500 h 5143500"/>
              <a:gd name="csX5" fmla="*/ 0 w 6031443"/>
              <a:gd name="csY5" fmla="*/ 0 h 5143500"/>
              <a:gd name="csX0" fmla="*/ 0 w 6021221"/>
              <a:gd name="csY0" fmla="*/ 0 h 5143500"/>
              <a:gd name="csX1" fmla="*/ 4663440 w 6021221"/>
              <a:gd name="csY1" fmla="*/ 7620 h 5143500"/>
              <a:gd name="csX2" fmla="*/ 6019800 w 6021221"/>
              <a:gd name="csY2" fmla="*/ 2571750 h 5143500"/>
              <a:gd name="csX3" fmla="*/ 4617720 w 6021221"/>
              <a:gd name="csY3" fmla="*/ 5143500 h 5143500"/>
              <a:gd name="csX4" fmla="*/ 0 w 6021221"/>
              <a:gd name="csY4" fmla="*/ 5143500 h 5143500"/>
              <a:gd name="csX5" fmla="*/ 0 w 6021221"/>
              <a:gd name="csY5" fmla="*/ 0 h 5143500"/>
              <a:gd name="csX0" fmla="*/ 0 w 6019890"/>
              <a:gd name="csY0" fmla="*/ 0 h 5143500"/>
              <a:gd name="csX1" fmla="*/ 4663440 w 6019890"/>
              <a:gd name="csY1" fmla="*/ 7620 h 5143500"/>
              <a:gd name="csX2" fmla="*/ 6019800 w 6019890"/>
              <a:gd name="csY2" fmla="*/ 2571750 h 5143500"/>
              <a:gd name="csX3" fmla="*/ 4617720 w 6019890"/>
              <a:gd name="csY3" fmla="*/ 5143500 h 5143500"/>
              <a:gd name="csX4" fmla="*/ 0 w 6019890"/>
              <a:gd name="csY4" fmla="*/ 5143500 h 5143500"/>
              <a:gd name="csX5" fmla="*/ 0 w 6019890"/>
              <a:gd name="csY5" fmla="*/ 0 h 5143500"/>
            </a:gdLst>
            <a:ahLst/>
            <a:cxnLst>
              <a:cxn ang="0">
                <a:pos x="csX0" y="csY0"/>
              </a:cxn>
              <a:cxn ang="0">
                <a:pos x="csX1" y="csY1"/>
              </a:cxn>
              <a:cxn ang="0">
                <a:pos x="csX2" y="csY2"/>
              </a:cxn>
              <a:cxn ang="0">
                <a:pos x="csX3" y="csY3"/>
              </a:cxn>
              <a:cxn ang="0">
                <a:pos x="csX4" y="csY4"/>
              </a:cxn>
              <a:cxn ang="0">
                <a:pos x="csX5" y="csY5"/>
              </a:cxn>
            </a:cxnLst>
            <a:rect l="l" t="t" r="r" b="b"/>
            <a:pathLst>
              <a:path w="6019890" h="5143500">
                <a:moveTo>
                  <a:pt x="0" y="0"/>
                </a:moveTo>
                <a:lnTo>
                  <a:pt x="4663440" y="7620"/>
                </a:lnTo>
                <a:cubicBezTo>
                  <a:pt x="5556142" y="266700"/>
                  <a:pt x="6027420" y="1715770"/>
                  <a:pt x="6019800" y="2571750"/>
                </a:cubicBezTo>
                <a:cubicBezTo>
                  <a:pt x="6012180" y="3427730"/>
                  <a:pt x="5586622" y="4892040"/>
                  <a:pt x="4617720" y="5143500"/>
                </a:cubicBezTo>
                <a:lnTo>
                  <a:pt x="0" y="5143500"/>
                </a:lnTo>
                <a:lnTo>
                  <a:pt x="0" y="0"/>
                </a:lnTo>
                <a:close/>
              </a:path>
            </a:pathLst>
          </a:custGeom>
          <a:solidFill>
            <a:srgbClr val="8EC26A"/>
          </a:solidFill>
          <a:ln>
            <a:solidFill>
              <a:srgbClr val="8EC26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Shape 0"/>
          <p:cNvSpPr/>
          <p:nvPr/>
        </p:nvSpPr>
        <p:spPr>
          <a:xfrm>
            <a:off x="448627" y="1817359"/>
            <a:ext cx="571500" cy="5715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p:spPr>
        <p:txBody>
          <a:bodyPr/>
          <a:lstStyle/>
          <a:p>
            <a:endParaRPr lang="af-ZA" noProof="0" dirty="0"/>
          </a:p>
        </p:txBody>
      </p:sp>
      <p:sp>
        <p:nvSpPr>
          <p:cNvPr id="6" name="Text 2"/>
          <p:cNvSpPr/>
          <p:nvPr/>
        </p:nvSpPr>
        <p:spPr>
          <a:xfrm>
            <a:off x="1091565" y="1885950"/>
            <a:ext cx="4314825" cy="452175"/>
          </a:xfrm>
          <a:prstGeom prst="rect">
            <a:avLst/>
          </a:prstGeom>
          <a:noFill/>
          <a:ln/>
        </p:spPr>
        <p:txBody>
          <a:bodyPr wrap="square" lIns="0" tIns="0" rIns="0" bIns="0" rtlCol="0" anchor="t">
            <a:spAutoFit/>
          </a:bodyPr>
          <a:lstStyle/>
          <a:p>
            <a:pPr marL="0" indent="0" algn="l">
              <a:lnSpc>
                <a:spcPct val="88000"/>
              </a:lnSpc>
              <a:buNone/>
            </a:pPr>
            <a:r>
              <a:rPr lang="af-ZA" sz="3300" b="1" noProof="0" dirty="0">
                <a:solidFill>
                  <a:srgbClr val="0F381C"/>
                </a:solidFill>
                <a:latin typeface="Poppins Bold" pitchFamily="34" charset="0"/>
                <a:ea typeface="Poppins Bold" pitchFamily="34" charset="-122"/>
                <a:cs typeface="Poppins Bold" pitchFamily="34" charset="-120"/>
              </a:rPr>
              <a:t>Highveld Boerdery</a:t>
            </a:r>
            <a:endParaRPr lang="af-ZA" sz="3300" noProof="0" dirty="0">
              <a:solidFill>
                <a:srgbClr val="0F381C"/>
              </a:solidFill>
            </a:endParaRPr>
          </a:p>
        </p:txBody>
      </p:sp>
      <p:sp>
        <p:nvSpPr>
          <p:cNvPr id="7" name="Text 3"/>
          <p:cNvSpPr/>
          <p:nvPr/>
        </p:nvSpPr>
        <p:spPr>
          <a:xfrm>
            <a:off x="428625" y="2891768"/>
            <a:ext cx="4314825" cy="536429"/>
          </a:xfrm>
          <a:prstGeom prst="rect">
            <a:avLst/>
          </a:prstGeom>
          <a:noFill/>
          <a:ln/>
        </p:spPr>
        <p:txBody>
          <a:bodyPr wrap="square" lIns="0" tIns="0" rIns="0" bIns="0" rtlCol="0" anchor="t">
            <a:spAutoFit/>
          </a:bodyPr>
          <a:lstStyle/>
          <a:p>
            <a:pPr marL="0" indent="0" algn="l">
              <a:lnSpc>
                <a:spcPct val="104000"/>
              </a:lnSpc>
              <a:buNone/>
            </a:pPr>
            <a:r>
              <a:rPr lang="af-ZA" sz="1700" noProof="0" dirty="0">
                <a:solidFill>
                  <a:schemeClr val="accent6">
                    <a:lumMod val="50000"/>
                  </a:schemeClr>
                </a:solidFill>
                <a:latin typeface="Poppins Light" pitchFamily="34" charset="0"/>
                <a:ea typeface="Poppins Light" pitchFamily="34" charset="-122"/>
                <a:cs typeface="Poppins Light" pitchFamily="34" charset="-120"/>
              </a:rPr>
              <a:t>Portefeulje Aanbieding – Responsiewe Webtuiste vir 'n Skaapboerdery</a:t>
            </a:r>
            <a:endParaRPr lang="af-ZA" sz="1700" noProof="0" dirty="0">
              <a:solidFill>
                <a:schemeClr val="accent6">
                  <a:lumMod val="50000"/>
                </a:schemeClr>
              </a:solidFill>
            </a:endParaRPr>
          </a:p>
        </p:txBody>
      </p:sp>
      <p:sp>
        <p:nvSpPr>
          <p:cNvPr id="8" name="Shape 4"/>
          <p:cNvSpPr/>
          <p:nvPr/>
        </p:nvSpPr>
        <p:spPr>
          <a:xfrm>
            <a:off x="428625" y="3771844"/>
            <a:ext cx="3027164" cy="414338"/>
          </a:xfrm>
          <a:prstGeom prst="roundRect">
            <a:avLst/>
          </a:prstGeom>
          <a:solidFill>
            <a:schemeClr val="accent6">
              <a:lumMod val="75000"/>
            </a:schemeClr>
          </a:solidFill>
          <a:ln w="18288">
            <a:solidFill>
              <a:schemeClr val="accent6">
                <a:lumMod val="50000"/>
              </a:schemeClr>
            </a:solidFill>
            <a:prstDash val="solid"/>
          </a:ln>
        </p:spPr>
        <p:txBody>
          <a:bodyPr/>
          <a:lstStyle/>
          <a:p>
            <a:endParaRPr lang="af-ZA" noProof="0" dirty="0"/>
          </a:p>
        </p:txBody>
      </p:sp>
      <p:sp>
        <p:nvSpPr>
          <p:cNvPr id="9" name="Text 5"/>
          <p:cNvSpPr/>
          <p:nvPr/>
        </p:nvSpPr>
        <p:spPr>
          <a:xfrm>
            <a:off x="428625" y="3801790"/>
            <a:ext cx="3027164" cy="360099"/>
          </a:xfrm>
          <a:prstGeom prst="rect">
            <a:avLst/>
          </a:prstGeom>
          <a:noFill/>
          <a:ln/>
        </p:spPr>
        <p:txBody>
          <a:bodyPr wrap="square" lIns="204089" tIns="102108" rIns="204089" bIns="102108" rtlCol="0" anchor="t">
            <a:spAutoFit/>
          </a:bodyPr>
          <a:lstStyle/>
          <a:p>
            <a:pPr marL="0" indent="0" algn="l">
              <a:buNone/>
            </a:pPr>
            <a:r>
              <a:rPr lang="af-ZA" sz="1000" b="1" noProof="0" dirty="0">
                <a:solidFill>
                  <a:schemeClr val="bg1"/>
                </a:solidFill>
                <a:latin typeface="Poppins Bold" pitchFamily="34" charset="0"/>
                <a:ea typeface="Poppins Bold" pitchFamily="34" charset="-122"/>
                <a:cs typeface="Poppins Bold" pitchFamily="34" charset="-120"/>
              </a:rPr>
              <a:t>HTML5 · CSS · JavaScript | Fase 1 tot 5</a:t>
            </a:r>
            <a:endParaRPr lang="af-ZA" sz="1000" noProof="0" dirty="0">
              <a:solidFill>
                <a:schemeClr val="bg1"/>
              </a:solidFill>
            </a:endParaRPr>
          </a:p>
        </p:txBody>
      </p:sp>
      <p:sp>
        <p:nvSpPr>
          <p:cNvPr id="10" name="Shape 6"/>
          <p:cNvSpPr/>
          <p:nvPr/>
        </p:nvSpPr>
        <p:spPr>
          <a:xfrm>
            <a:off x="5214938" y="221428"/>
            <a:ext cx="4286250" cy="4286250"/>
          </a:xfrm>
          <a:prstGeom prst="ellipse">
            <a:avLst/>
          </a:prstGeom>
          <a:solidFill>
            <a:srgbClr val="000000">
              <a:alpha val="0"/>
            </a:srgbClr>
          </a:solidFill>
          <a:ln w="73152">
            <a:solidFill>
              <a:schemeClr val="accent6">
                <a:lumMod val="75000"/>
              </a:schemeClr>
            </a:solidFill>
            <a:prstDash val="solid"/>
          </a:ln>
        </p:spPr>
        <p:txBody>
          <a:bodyPr/>
          <a:lstStyle/>
          <a:p>
            <a:endParaRPr lang="af-ZA" noProof="0" dirty="0"/>
          </a:p>
        </p:txBody>
      </p:sp>
      <p:pic>
        <p:nvPicPr>
          <p:cNvPr id="11" name="Image 1" descr="preencoded.png"/>
          <p:cNvPicPr>
            <a:picLocks noChangeAspect="1"/>
          </p:cNvPicPr>
          <p:nvPr/>
        </p:nvPicPr>
        <p:blipFill>
          <a:blip r:embed="rId5"/>
          <a:stretch>
            <a:fillRect/>
          </a:stretch>
        </p:blipFill>
        <p:spPr>
          <a:xfrm>
            <a:off x="5214938" y="221428"/>
            <a:ext cx="4286250" cy="42862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357188"/>
            <a:ext cx="8001000" cy="377026"/>
          </a:xfrm>
          <a:prstGeom prst="rect">
            <a:avLst/>
          </a:prstGeom>
          <a:noFill/>
          <a:ln/>
        </p:spPr>
        <p:txBody>
          <a:bodyPr wrap="square" lIns="0" tIns="0" rIns="0" bIns="0" rtlCol="0" anchor="t">
            <a:spAutoFit/>
          </a:bodyPr>
          <a:lstStyle/>
          <a:p>
            <a:pPr marL="0" indent="0" algn="ctr">
              <a:buNone/>
            </a:pPr>
            <a:r>
              <a:rPr lang="af-ZA" sz="2450" b="1" noProof="0" dirty="0">
                <a:solidFill>
                  <a:srgbClr val="0F381C"/>
                </a:solidFill>
                <a:latin typeface="Poppins Bold" pitchFamily="34" charset="0"/>
                <a:ea typeface="Poppins Bold" pitchFamily="34" charset="-122"/>
                <a:cs typeface="Poppins Bold" pitchFamily="34" charset="-120"/>
              </a:rPr>
              <a:t>Wat moes die webtuiste bereik?</a:t>
            </a:r>
            <a:endParaRPr lang="af-ZA" sz="2450" noProof="0" dirty="0"/>
          </a:p>
        </p:txBody>
      </p:sp>
      <p:sp>
        <p:nvSpPr>
          <p:cNvPr id="5" name="Shape 1"/>
          <p:cNvSpPr/>
          <p:nvPr/>
        </p:nvSpPr>
        <p:spPr>
          <a:xfrm>
            <a:off x="571500" y="1157288"/>
            <a:ext cx="3786188" cy="473273"/>
          </a:xfrm>
          <a:prstGeom prst="roundRect">
            <a:avLst/>
          </a:prstGeom>
          <a:solidFill>
            <a:srgbClr val="FFFFFF"/>
          </a:solidFill>
          <a:ln w="18288">
            <a:solidFill>
              <a:schemeClr val="accent6">
                <a:lumMod val="75000"/>
              </a:schemeClr>
            </a:solidFill>
            <a:prstDash val="solid"/>
          </a:ln>
        </p:spPr>
        <p:txBody>
          <a:bodyPr/>
          <a:lstStyle/>
          <a:p>
            <a:endParaRPr lang="af-ZA" noProof="0" dirty="0"/>
          </a:p>
        </p:txBody>
      </p:sp>
      <p:pic>
        <p:nvPicPr>
          <p:cNvPr id="6" name="Image 1" descr="preencoded.png"/>
          <p:cNvPicPr>
            <a:picLocks noChangeAspect="1"/>
          </p:cNvPicPr>
          <p:nvPr/>
        </p:nvPicPr>
        <p:blipFill>
          <a:blip r:embed="rId4"/>
          <a:stretch>
            <a:fillRect/>
          </a:stretch>
        </p:blipFill>
        <p:spPr>
          <a:xfrm>
            <a:off x="1835051" y="1286768"/>
            <a:ext cx="171450" cy="171450"/>
          </a:xfrm>
          <a:prstGeom prst="rect">
            <a:avLst/>
          </a:prstGeom>
          <a:ln>
            <a:noFill/>
          </a:ln>
        </p:spPr>
      </p:pic>
      <p:sp>
        <p:nvSpPr>
          <p:cNvPr id="7" name="Text 2"/>
          <p:cNvSpPr/>
          <p:nvPr/>
        </p:nvSpPr>
        <p:spPr>
          <a:xfrm>
            <a:off x="2113657" y="1291233"/>
            <a:ext cx="876843" cy="184666"/>
          </a:xfrm>
          <a:prstGeom prst="rect">
            <a:avLst/>
          </a:prstGeom>
          <a:noFill/>
          <a:ln/>
        </p:spPr>
        <p:txBody>
          <a:bodyPr wrap="none" lIns="0" tIns="0" rIns="0" bIns="0" rtlCol="0" anchor="t">
            <a:spAutoFit/>
          </a:bodyPr>
          <a:lstStyle/>
          <a:p>
            <a:pPr marL="0" indent="0" algn="l">
              <a:buNone/>
            </a:pPr>
            <a:r>
              <a:rPr lang="af-ZA" sz="1200" b="1" noProof="0" dirty="0">
                <a:solidFill>
                  <a:schemeClr val="accent6">
                    <a:lumMod val="50000"/>
                  </a:schemeClr>
                </a:solidFill>
                <a:latin typeface="Poppins Bold" pitchFamily="34" charset="0"/>
                <a:ea typeface="Poppins Bold" pitchFamily="34" charset="-122"/>
                <a:cs typeface="Poppins Bold" pitchFamily="34" charset="-120"/>
              </a:rPr>
              <a:t>Bemarking</a:t>
            </a:r>
            <a:endParaRPr lang="af-ZA" sz="1200" noProof="0" dirty="0">
              <a:solidFill>
                <a:schemeClr val="accent6">
                  <a:lumMod val="50000"/>
                </a:schemeClr>
              </a:solidFill>
            </a:endParaRPr>
          </a:p>
        </p:txBody>
      </p:sp>
      <p:sp>
        <p:nvSpPr>
          <p:cNvPr id="8" name="Shape 3"/>
          <p:cNvSpPr/>
          <p:nvPr/>
        </p:nvSpPr>
        <p:spPr>
          <a:xfrm>
            <a:off x="571500" y="1802011"/>
            <a:ext cx="257175" cy="257175"/>
          </a:xfrm>
          <a:prstGeom prst="ellipse">
            <a:avLst/>
          </a:prstGeom>
          <a:solidFill>
            <a:schemeClr val="accent6">
              <a:lumMod val="75000"/>
            </a:schemeClr>
          </a:solidFill>
          <a:ln>
            <a:solidFill>
              <a:schemeClr val="accent6">
                <a:lumMod val="75000"/>
              </a:schemeClr>
            </a:solidFill>
          </a:ln>
        </p:spPr>
        <p:txBody>
          <a:bodyPr/>
          <a:lstStyle/>
          <a:p>
            <a:endParaRPr lang="af-ZA" noProof="0" dirty="0"/>
          </a:p>
        </p:txBody>
      </p:sp>
      <p:pic>
        <p:nvPicPr>
          <p:cNvPr id="9" name="Image 2" descr="preencoded.png"/>
          <p:cNvPicPr>
            <a:picLocks noChangeAspect="1"/>
          </p:cNvPicPr>
          <p:nvPr/>
        </p:nvPicPr>
        <p:blipFill>
          <a:blip r:embed="rId5"/>
          <a:stretch>
            <a:fillRect/>
          </a:stretch>
        </p:blipFill>
        <p:spPr>
          <a:xfrm>
            <a:off x="642938" y="1873448"/>
            <a:ext cx="114300" cy="114300"/>
          </a:xfrm>
          <a:prstGeom prst="rect">
            <a:avLst/>
          </a:prstGeom>
        </p:spPr>
      </p:pic>
      <p:sp>
        <p:nvSpPr>
          <p:cNvPr id="10" name="Text 4"/>
          <p:cNvSpPr/>
          <p:nvPr/>
        </p:nvSpPr>
        <p:spPr>
          <a:xfrm>
            <a:off x="914400" y="1802011"/>
            <a:ext cx="3443288" cy="195728"/>
          </a:xfrm>
          <a:prstGeom prst="rect">
            <a:avLst/>
          </a:prstGeom>
          <a:noFill/>
          <a:ln/>
        </p:spPr>
        <p:txBody>
          <a:bodyPr wrap="none" lIns="0" tIns="34036" rIns="0" bIns="0" rtlCol="0" anchor="t">
            <a:spAutoFit/>
          </a:bodyPr>
          <a:lstStyle/>
          <a:p>
            <a:pPr marL="0" indent="0" algn="l">
              <a:lnSpc>
                <a:spcPct val="104000"/>
              </a:lnSpc>
              <a:buNone/>
            </a:pPr>
            <a:r>
              <a:rPr lang="af-ZA" sz="950" noProof="0" dirty="0">
                <a:solidFill>
                  <a:srgbClr val="4A5D23"/>
                </a:solidFill>
                <a:latin typeface="Poppins Light" pitchFamily="34" charset="0"/>
                <a:ea typeface="Poppins Light" pitchFamily="34" charset="-122"/>
                <a:cs typeface="Poppins Light" pitchFamily="34" charset="-120"/>
              </a:rPr>
              <a:t>Inligting oor die boerdery, geskiedenis en rasse</a:t>
            </a:r>
            <a:endParaRPr lang="af-ZA" sz="950" noProof="0" dirty="0"/>
          </a:p>
        </p:txBody>
      </p:sp>
      <p:sp>
        <p:nvSpPr>
          <p:cNvPr id="11" name="Shape 5"/>
          <p:cNvSpPr/>
          <p:nvPr/>
        </p:nvSpPr>
        <p:spPr>
          <a:xfrm>
            <a:off x="571500" y="2144911"/>
            <a:ext cx="257175" cy="257175"/>
          </a:xfrm>
          <a:prstGeom prst="ellipse">
            <a:avLst/>
          </a:prstGeom>
          <a:solidFill>
            <a:schemeClr val="accent6">
              <a:lumMod val="75000"/>
            </a:schemeClr>
          </a:solidFill>
          <a:ln>
            <a:solidFill>
              <a:schemeClr val="accent6">
                <a:lumMod val="75000"/>
              </a:schemeClr>
            </a:solidFill>
          </a:ln>
        </p:spPr>
        <p:txBody>
          <a:bodyPr/>
          <a:lstStyle/>
          <a:p>
            <a:endParaRPr lang="af-ZA" noProof="0" dirty="0"/>
          </a:p>
        </p:txBody>
      </p:sp>
      <p:pic>
        <p:nvPicPr>
          <p:cNvPr id="12" name="Image 3" descr="preencoded.png"/>
          <p:cNvPicPr>
            <a:picLocks noChangeAspect="1"/>
          </p:cNvPicPr>
          <p:nvPr/>
        </p:nvPicPr>
        <p:blipFill>
          <a:blip r:embed="rId6"/>
          <a:stretch>
            <a:fillRect/>
          </a:stretch>
        </p:blipFill>
        <p:spPr>
          <a:xfrm>
            <a:off x="650081" y="2216348"/>
            <a:ext cx="100013" cy="114300"/>
          </a:xfrm>
          <a:prstGeom prst="rect">
            <a:avLst/>
          </a:prstGeom>
        </p:spPr>
      </p:pic>
      <p:sp>
        <p:nvSpPr>
          <p:cNvPr id="13" name="Text 6"/>
          <p:cNvSpPr/>
          <p:nvPr/>
        </p:nvSpPr>
        <p:spPr>
          <a:xfrm>
            <a:off x="914400" y="2144911"/>
            <a:ext cx="3443288" cy="195728"/>
          </a:xfrm>
          <a:prstGeom prst="rect">
            <a:avLst/>
          </a:prstGeom>
          <a:noFill/>
          <a:ln/>
        </p:spPr>
        <p:txBody>
          <a:bodyPr wrap="none" lIns="0" tIns="34036" rIns="0" bIns="0" rtlCol="0" anchor="t">
            <a:spAutoFit/>
          </a:bodyPr>
          <a:lstStyle/>
          <a:p>
            <a:pPr marL="0" indent="0" algn="l">
              <a:lnSpc>
                <a:spcPct val="104000"/>
              </a:lnSpc>
              <a:buNone/>
            </a:pPr>
            <a:r>
              <a:rPr lang="af-ZA" sz="950" noProof="0" dirty="0">
                <a:solidFill>
                  <a:srgbClr val="4A5D23"/>
                </a:solidFill>
                <a:latin typeface="Poppins Light" pitchFamily="34" charset="0"/>
                <a:ea typeface="Poppins Light" pitchFamily="34" charset="-122"/>
                <a:cs typeface="Poppins Light" pitchFamily="34" charset="-120"/>
              </a:rPr>
              <a:t>Produkte en pryse professioneel vertoon</a:t>
            </a:r>
            <a:endParaRPr lang="af-ZA" sz="950" noProof="0" dirty="0"/>
          </a:p>
        </p:txBody>
      </p:sp>
      <p:sp>
        <p:nvSpPr>
          <p:cNvPr id="14" name="Shape 7"/>
          <p:cNvSpPr/>
          <p:nvPr/>
        </p:nvSpPr>
        <p:spPr>
          <a:xfrm>
            <a:off x="571500" y="2487811"/>
            <a:ext cx="257175" cy="257175"/>
          </a:xfrm>
          <a:prstGeom prst="ellipse">
            <a:avLst/>
          </a:prstGeom>
          <a:solidFill>
            <a:schemeClr val="accent6">
              <a:lumMod val="75000"/>
            </a:schemeClr>
          </a:solidFill>
          <a:ln>
            <a:solidFill>
              <a:schemeClr val="accent6">
                <a:lumMod val="75000"/>
              </a:schemeClr>
            </a:solidFill>
          </a:ln>
        </p:spPr>
        <p:txBody>
          <a:bodyPr/>
          <a:lstStyle/>
          <a:p>
            <a:endParaRPr lang="af-ZA" noProof="0" dirty="0"/>
          </a:p>
        </p:txBody>
      </p:sp>
      <p:pic>
        <p:nvPicPr>
          <p:cNvPr id="15" name="Image 4" descr="preencoded.png"/>
          <p:cNvPicPr>
            <a:picLocks noChangeAspect="1"/>
          </p:cNvPicPr>
          <p:nvPr/>
        </p:nvPicPr>
        <p:blipFill>
          <a:blip r:embed="rId7"/>
          <a:stretch>
            <a:fillRect/>
          </a:stretch>
        </p:blipFill>
        <p:spPr>
          <a:xfrm>
            <a:off x="657225" y="2559248"/>
            <a:ext cx="85725" cy="114300"/>
          </a:xfrm>
          <a:prstGeom prst="rect">
            <a:avLst/>
          </a:prstGeom>
        </p:spPr>
      </p:pic>
      <p:sp>
        <p:nvSpPr>
          <p:cNvPr id="16" name="Text 8"/>
          <p:cNvSpPr/>
          <p:nvPr/>
        </p:nvSpPr>
        <p:spPr>
          <a:xfrm>
            <a:off x="914400" y="2487811"/>
            <a:ext cx="3443288" cy="195728"/>
          </a:xfrm>
          <a:prstGeom prst="rect">
            <a:avLst/>
          </a:prstGeom>
          <a:noFill/>
          <a:ln/>
        </p:spPr>
        <p:txBody>
          <a:bodyPr wrap="none" lIns="0" tIns="34036" rIns="0" bIns="0" rtlCol="0" anchor="t">
            <a:spAutoFit/>
          </a:bodyPr>
          <a:lstStyle/>
          <a:p>
            <a:pPr marL="0" indent="0" algn="l">
              <a:lnSpc>
                <a:spcPct val="104000"/>
              </a:lnSpc>
              <a:buNone/>
            </a:pPr>
            <a:r>
              <a:rPr lang="af-ZA" sz="950" noProof="0" dirty="0">
                <a:solidFill>
                  <a:srgbClr val="4A5D23"/>
                </a:solidFill>
                <a:latin typeface="Poppins Light" pitchFamily="34" charset="0"/>
                <a:ea typeface="Poppins Light" pitchFamily="34" charset="-122"/>
                <a:cs typeface="Poppins Light" pitchFamily="34" charset="-120"/>
              </a:rPr>
              <a:t>Responsiewe ontwerp: Toeganklik op alle toestelle</a:t>
            </a:r>
            <a:endParaRPr lang="af-ZA" sz="950" noProof="0" dirty="0"/>
          </a:p>
        </p:txBody>
      </p:sp>
      <p:sp>
        <p:nvSpPr>
          <p:cNvPr id="17" name="Shape 9"/>
          <p:cNvSpPr/>
          <p:nvPr/>
        </p:nvSpPr>
        <p:spPr>
          <a:xfrm>
            <a:off x="571500" y="2830711"/>
            <a:ext cx="257175" cy="257175"/>
          </a:xfrm>
          <a:prstGeom prst="ellipse">
            <a:avLst/>
          </a:prstGeom>
          <a:solidFill>
            <a:schemeClr val="accent6">
              <a:lumMod val="75000"/>
            </a:schemeClr>
          </a:solidFill>
          <a:ln>
            <a:solidFill>
              <a:schemeClr val="accent6">
                <a:lumMod val="75000"/>
              </a:schemeClr>
            </a:solidFill>
          </a:ln>
        </p:spPr>
        <p:txBody>
          <a:bodyPr/>
          <a:lstStyle/>
          <a:p>
            <a:endParaRPr lang="af-ZA" noProof="0" dirty="0"/>
          </a:p>
        </p:txBody>
      </p:sp>
      <p:pic>
        <p:nvPicPr>
          <p:cNvPr id="18" name="Image 5" descr="preencoded.png"/>
          <p:cNvPicPr>
            <a:picLocks noChangeAspect="1"/>
          </p:cNvPicPr>
          <p:nvPr/>
        </p:nvPicPr>
        <p:blipFill>
          <a:blip r:embed="rId8"/>
          <a:stretch>
            <a:fillRect/>
          </a:stretch>
        </p:blipFill>
        <p:spPr>
          <a:xfrm>
            <a:off x="635794" y="2902148"/>
            <a:ext cx="128588" cy="114300"/>
          </a:xfrm>
          <a:prstGeom prst="rect">
            <a:avLst/>
          </a:prstGeom>
        </p:spPr>
      </p:pic>
      <p:sp>
        <p:nvSpPr>
          <p:cNvPr id="19" name="Text 10"/>
          <p:cNvSpPr/>
          <p:nvPr/>
        </p:nvSpPr>
        <p:spPr>
          <a:xfrm>
            <a:off x="914400" y="2830711"/>
            <a:ext cx="3443288" cy="195728"/>
          </a:xfrm>
          <a:prstGeom prst="rect">
            <a:avLst/>
          </a:prstGeom>
          <a:noFill/>
          <a:ln/>
        </p:spPr>
        <p:txBody>
          <a:bodyPr wrap="none" lIns="0" tIns="34036" rIns="0" bIns="0" rtlCol="0" anchor="t">
            <a:spAutoFit/>
          </a:bodyPr>
          <a:lstStyle/>
          <a:p>
            <a:pPr marL="0" indent="0" algn="l">
              <a:lnSpc>
                <a:spcPct val="104000"/>
              </a:lnSpc>
              <a:buNone/>
            </a:pPr>
            <a:r>
              <a:rPr lang="af-ZA" sz="950" noProof="0" dirty="0">
                <a:solidFill>
                  <a:srgbClr val="4A5D23"/>
                </a:solidFill>
                <a:latin typeface="Poppins Light" pitchFamily="34" charset="0"/>
                <a:ea typeface="Poppins Light" pitchFamily="34" charset="-122"/>
                <a:cs typeface="Poppins Light" pitchFamily="34" charset="-120"/>
              </a:rPr>
              <a:t>Bestelvorm vir direkte klante-aankope</a:t>
            </a:r>
            <a:endParaRPr lang="af-ZA" sz="950" noProof="0" dirty="0"/>
          </a:p>
        </p:txBody>
      </p:sp>
      <p:sp>
        <p:nvSpPr>
          <p:cNvPr id="20" name="Shape 11"/>
          <p:cNvSpPr/>
          <p:nvPr/>
        </p:nvSpPr>
        <p:spPr>
          <a:xfrm>
            <a:off x="571500" y="3173611"/>
            <a:ext cx="257175" cy="257175"/>
          </a:xfrm>
          <a:prstGeom prst="ellipse">
            <a:avLst/>
          </a:prstGeom>
          <a:solidFill>
            <a:schemeClr val="accent6">
              <a:lumMod val="75000"/>
            </a:schemeClr>
          </a:solidFill>
          <a:ln>
            <a:solidFill>
              <a:schemeClr val="accent6">
                <a:lumMod val="75000"/>
              </a:schemeClr>
            </a:solidFill>
          </a:ln>
        </p:spPr>
        <p:txBody>
          <a:bodyPr/>
          <a:lstStyle/>
          <a:p>
            <a:endParaRPr lang="af-ZA" noProof="0" dirty="0"/>
          </a:p>
        </p:txBody>
      </p:sp>
      <p:pic>
        <p:nvPicPr>
          <p:cNvPr id="21" name="Image 6" descr="preencoded.png"/>
          <p:cNvPicPr>
            <a:picLocks noChangeAspect="1"/>
          </p:cNvPicPr>
          <p:nvPr/>
        </p:nvPicPr>
        <p:blipFill>
          <a:blip r:embed="rId9"/>
          <a:stretch>
            <a:fillRect/>
          </a:stretch>
        </p:blipFill>
        <p:spPr>
          <a:xfrm>
            <a:off x="642938" y="3245048"/>
            <a:ext cx="114300" cy="114300"/>
          </a:xfrm>
          <a:prstGeom prst="rect">
            <a:avLst/>
          </a:prstGeom>
        </p:spPr>
      </p:pic>
      <p:sp>
        <p:nvSpPr>
          <p:cNvPr id="22" name="Text 12"/>
          <p:cNvSpPr/>
          <p:nvPr/>
        </p:nvSpPr>
        <p:spPr>
          <a:xfrm>
            <a:off x="914400" y="3173611"/>
            <a:ext cx="3443288" cy="195728"/>
          </a:xfrm>
          <a:prstGeom prst="rect">
            <a:avLst/>
          </a:prstGeom>
          <a:noFill/>
          <a:ln/>
        </p:spPr>
        <p:txBody>
          <a:bodyPr wrap="none" lIns="0" tIns="34036" rIns="0" bIns="0" rtlCol="0" anchor="t">
            <a:spAutoFit/>
          </a:bodyPr>
          <a:lstStyle/>
          <a:p>
            <a:pPr marL="0" indent="0" algn="l">
              <a:lnSpc>
                <a:spcPct val="104000"/>
              </a:lnSpc>
              <a:buNone/>
            </a:pPr>
            <a:r>
              <a:rPr lang="af-ZA" sz="950" noProof="0" dirty="0">
                <a:solidFill>
                  <a:srgbClr val="4A5D23"/>
                </a:solidFill>
                <a:latin typeface="Poppins Light" pitchFamily="34" charset="0"/>
                <a:ea typeface="Poppins Light" pitchFamily="34" charset="-122"/>
                <a:cs typeface="Poppins Light" pitchFamily="34" charset="-120"/>
              </a:rPr>
              <a:t>Kontakvorm vir navrae en plaasbesoeke</a:t>
            </a:r>
            <a:endParaRPr lang="af-ZA" sz="950" noProof="0" dirty="0"/>
          </a:p>
        </p:txBody>
      </p:sp>
      <p:sp>
        <p:nvSpPr>
          <p:cNvPr id="23" name="Shape 13"/>
          <p:cNvSpPr/>
          <p:nvPr/>
        </p:nvSpPr>
        <p:spPr>
          <a:xfrm>
            <a:off x="4786313" y="1157288"/>
            <a:ext cx="3786188" cy="473273"/>
          </a:xfrm>
          <a:prstGeom prst="roundRect">
            <a:avLst/>
          </a:prstGeom>
          <a:solidFill>
            <a:srgbClr val="FFFFFF"/>
          </a:solidFill>
          <a:ln w="18288">
            <a:solidFill>
              <a:schemeClr val="accent6">
                <a:lumMod val="75000"/>
              </a:schemeClr>
            </a:solidFill>
            <a:prstDash val="solid"/>
          </a:ln>
        </p:spPr>
        <p:txBody>
          <a:bodyPr/>
          <a:lstStyle/>
          <a:p>
            <a:endParaRPr lang="af-ZA" noProof="0" dirty="0"/>
          </a:p>
        </p:txBody>
      </p:sp>
      <p:pic>
        <p:nvPicPr>
          <p:cNvPr id="24" name="Image 7" descr="preencoded.png"/>
          <p:cNvPicPr>
            <a:picLocks noChangeAspect="1"/>
          </p:cNvPicPr>
          <p:nvPr/>
        </p:nvPicPr>
        <p:blipFill>
          <a:blip r:embed="rId10"/>
          <a:stretch>
            <a:fillRect/>
          </a:stretch>
        </p:blipFill>
        <p:spPr>
          <a:xfrm>
            <a:off x="5859661" y="1286768"/>
            <a:ext cx="171450" cy="171450"/>
          </a:xfrm>
          <a:prstGeom prst="rect">
            <a:avLst/>
          </a:prstGeom>
          <a:ln>
            <a:noFill/>
          </a:ln>
        </p:spPr>
      </p:pic>
      <p:sp>
        <p:nvSpPr>
          <p:cNvPr id="25" name="Text 14"/>
          <p:cNvSpPr/>
          <p:nvPr/>
        </p:nvSpPr>
        <p:spPr>
          <a:xfrm>
            <a:off x="6138267" y="1276465"/>
            <a:ext cx="1360884" cy="184666"/>
          </a:xfrm>
          <a:prstGeom prst="rect">
            <a:avLst/>
          </a:prstGeom>
          <a:noFill/>
          <a:ln/>
        </p:spPr>
        <p:txBody>
          <a:bodyPr wrap="square" lIns="0" tIns="0" rIns="0" bIns="0" rtlCol="0" anchor="t">
            <a:spAutoFit/>
          </a:bodyPr>
          <a:lstStyle/>
          <a:p>
            <a:pPr marL="0" indent="0" algn="l">
              <a:buNone/>
            </a:pPr>
            <a:r>
              <a:rPr lang="af-ZA" sz="1200" b="1" noProof="0" dirty="0">
                <a:solidFill>
                  <a:schemeClr val="accent6">
                    <a:lumMod val="50000"/>
                  </a:schemeClr>
                </a:solidFill>
                <a:latin typeface="Poppins Bold" pitchFamily="34" charset="0"/>
                <a:ea typeface="Poppins Bold" pitchFamily="34" charset="-122"/>
                <a:cs typeface="Poppins Bold" pitchFamily="34" charset="-120"/>
              </a:rPr>
              <a:t>Interne Bestuur</a:t>
            </a:r>
            <a:endParaRPr lang="af-ZA" sz="1200" noProof="0" dirty="0">
              <a:solidFill>
                <a:schemeClr val="accent6">
                  <a:lumMod val="50000"/>
                </a:schemeClr>
              </a:solidFill>
            </a:endParaRPr>
          </a:p>
        </p:txBody>
      </p:sp>
      <p:sp>
        <p:nvSpPr>
          <p:cNvPr id="26" name="Shape 15"/>
          <p:cNvSpPr/>
          <p:nvPr/>
        </p:nvSpPr>
        <p:spPr>
          <a:xfrm>
            <a:off x="4786313" y="1802011"/>
            <a:ext cx="257175" cy="257175"/>
          </a:xfrm>
          <a:prstGeom prst="ellipse">
            <a:avLst/>
          </a:prstGeom>
          <a:solidFill>
            <a:schemeClr val="accent6">
              <a:lumMod val="75000"/>
            </a:schemeClr>
          </a:solidFill>
          <a:ln/>
        </p:spPr>
        <p:txBody>
          <a:bodyPr/>
          <a:lstStyle/>
          <a:p>
            <a:endParaRPr lang="af-ZA" noProof="0" dirty="0"/>
          </a:p>
        </p:txBody>
      </p:sp>
      <p:pic>
        <p:nvPicPr>
          <p:cNvPr id="27" name="Image 8" descr="preencoded.png"/>
          <p:cNvPicPr>
            <a:picLocks noChangeAspect="1"/>
          </p:cNvPicPr>
          <p:nvPr/>
        </p:nvPicPr>
        <p:blipFill>
          <a:blip r:embed="rId11"/>
          <a:stretch>
            <a:fillRect/>
          </a:stretch>
        </p:blipFill>
        <p:spPr>
          <a:xfrm>
            <a:off x="4864894" y="1873448"/>
            <a:ext cx="100013" cy="114300"/>
          </a:xfrm>
          <a:prstGeom prst="rect">
            <a:avLst/>
          </a:prstGeom>
          <a:solidFill>
            <a:schemeClr val="accent6">
              <a:lumMod val="75000"/>
            </a:schemeClr>
          </a:solidFill>
          <a:ln>
            <a:solidFill>
              <a:schemeClr val="accent6">
                <a:lumMod val="75000"/>
              </a:schemeClr>
            </a:solidFill>
          </a:ln>
        </p:spPr>
      </p:pic>
      <p:sp>
        <p:nvSpPr>
          <p:cNvPr id="28" name="Text 16"/>
          <p:cNvSpPr/>
          <p:nvPr/>
        </p:nvSpPr>
        <p:spPr>
          <a:xfrm>
            <a:off x="5129213" y="1802011"/>
            <a:ext cx="3443288" cy="195728"/>
          </a:xfrm>
          <a:prstGeom prst="rect">
            <a:avLst/>
          </a:prstGeom>
          <a:noFill/>
          <a:ln/>
        </p:spPr>
        <p:txBody>
          <a:bodyPr wrap="none" lIns="0" tIns="34036" rIns="0" bIns="0" rtlCol="0" anchor="t">
            <a:spAutoFit/>
          </a:bodyPr>
          <a:lstStyle/>
          <a:p>
            <a:pPr marL="0" indent="0" algn="l">
              <a:lnSpc>
                <a:spcPct val="104000"/>
              </a:lnSpc>
              <a:buNone/>
            </a:pPr>
            <a:r>
              <a:rPr lang="af-ZA" sz="950" noProof="0" dirty="0">
                <a:solidFill>
                  <a:srgbClr val="4A5D23"/>
                </a:solidFill>
                <a:latin typeface="Poppins Light" pitchFamily="34" charset="0"/>
                <a:ea typeface="Poppins Light" pitchFamily="34" charset="-122"/>
                <a:cs typeface="Poppins Light" pitchFamily="34" charset="-120"/>
              </a:rPr>
              <a:t>Voorraadbestuur met volledige CRUD-stelsel</a:t>
            </a:r>
            <a:endParaRPr lang="af-ZA" sz="950" noProof="0" dirty="0"/>
          </a:p>
        </p:txBody>
      </p:sp>
      <p:sp>
        <p:nvSpPr>
          <p:cNvPr id="29" name="Shape 17"/>
          <p:cNvSpPr/>
          <p:nvPr/>
        </p:nvSpPr>
        <p:spPr>
          <a:xfrm>
            <a:off x="4786313" y="2144911"/>
            <a:ext cx="257175" cy="257175"/>
          </a:xfrm>
          <a:prstGeom prst="ellipse">
            <a:avLst/>
          </a:prstGeom>
          <a:solidFill>
            <a:schemeClr val="accent6">
              <a:lumMod val="75000"/>
            </a:schemeClr>
          </a:solidFill>
          <a:ln>
            <a:solidFill>
              <a:schemeClr val="accent6">
                <a:lumMod val="75000"/>
              </a:schemeClr>
            </a:solidFill>
          </a:ln>
        </p:spPr>
        <p:txBody>
          <a:bodyPr/>
          <a:lstStyle/>
          <a:p>
            <a:endParaRPr lang="af-ZA" noProof="0" dirty="0"/>
          </a:p>
        </p:txBody>
      </p:sp>
      <p:pic>
        <p:nvPicPr>
          <p:cNvPr id="30" name="Image 9" descr="preencoded.png"/>
          <p:cNvPicPr>
            <a:picLocks noChangeAspect="1"/>
          </p:cNvPicPr>
          <p:nvPr/>
        </p:nvPicPr>
        <p:blipFill>
          <a:blip r:embed="rId12"/>
          <a:stretch>
            <a:fillRect/>
          </a:stretch>
        </p:blipFill>
        <p:spPr>
          <a:xfrm>
            <a:off x="4857750" y="2216348"/>
            <a:ext cx="114300" cy="114300"/>
          </a:xfrm>
          <a:prstGeom prst="rect">
            <a:avLst/>
          </a:prstGeom>
        </p:spPr>
      </p:pic>
      <p:sp>
        <p:nvSpPr>
          <p:cNvPr id="31" name="Text 18"/>
          <p:cNvSpPr/>
          <p:nvPr/>
        </p:nvSpPr>
        <p:spPr>
          <a:xfrm>
            <a:off x="5129213" y="2144911"/>
            <a:ext cx="3443288" cy="195728"/>
          </a:xfrm>
          <a:prstGeom prst="rect">
            <a:avLst/>
          </a:prstGeom>
          <a:noFill/>
          <a:ln/>
        </p:spPr>
        <p:txBody>
          <a:bodyPr wrap="none" lIns="0" tIns="34036" rIns="0" bIns="0" rtlCol="0" anchor="t">
            <a:spAutoFit/>
          </a:bodyPr>
          <a:lstStyle/>
          <a:p>
            <a:pPr marL="0" indent="0" algn="l">
              <a:lnSpc>
                <a:spcPct val="104000"/>
              </a:lnSpc>
              <a:buNone/>
            </a:pPr>
            <a:r>
              <a:rPr lang="af-ZA" sz="950" noProof="0" dirty="0">
                <a:solidFill>
                  <a:srgbClr val="4A5D23"/>
                </a:solidFill>
                <a:latin typeface="Poppins Light" pitchFamily="34" charset="0"/>
                <a:ea typeface="Poppins Light" pitchFamily="34" charset="-122"/>
                <a:cs typeface="Poppins Light" pitchFamily="34" charset="-120"/>
              </a:rPr>
              <a:t>Transaksie-logboek vir alle voorraadveranderinge</a:t>
            </a:r>
            <a:endParaRPr lang="af-ZA" sz="950" noProof="0" dirty="0"/>
          </a:p>
        </p:txBody>
      </p:sp>
      <p:sp>
        <p:nvSpPr>
          <p:cNvPr id="32" name="Shape 19"/>
          <p:cNvSpPr/>
          <p:nvPr/>
        </p:nvSpPr>
        <p:spPr>
          <a:xfrm>
            <a:off x="4786313" y="2487811"/>
            <a:ext cx="257175" cy="257175"/>
          </a:xfrm>
          <a:prstGeom prst="ellipse">
            <a:avLst/>
          </a:prstGeom>
          <a:solidFill>
            <a:schemeClr val="accent6">
              <a:lumMod val="75000"/>
            </a:schemeClr>
          </a:solidFill>
          <a:ln>
            <a:solidFill>
              <a:schemeClr val="accent6">
                <a:lumMod val="75000"/>
              </a:schemeClr>
            </a:solidFill>
          </a:ln>
        </p:spPr>
        <p:txBody>
          <a:bodyPr/>
          <a:lstStyle/>
          <a:p>
            <a:endParaRPr lang="af-ZA" noProof="0" dirty="0"/>
          </a:p>
        </p:txBody>
      </p:sp>
      <p:pic>
        <p:nvPicPr>
          <p:cNvPr id="33" name="Image 10" descr="preencoded.png"/>
          <p:cNvPicPr>
            <a:picLocks noChangeAspect="1"/>
          </p:cNvPicPr>
          <p:nvPr/>
        </p:nvPicPr>
        <p:blipFill>
          <a:blip r:embed="rId13"/>
          <a:stretch>
            <a:fillRect/>
          </a:stretch>
        </p:blipFill>
        <p:spPr>
          <a:xfrm>
            <a:off x="4857750" y="2559248"/>
            <a:ext cx="114300" cy="114300"/>
          </a:xfrm>
          <a:prstGeom prst="rect">
            <a:avLst/>
          </a:prstGeom>
        </p:spPr>
      </p:pic>
      <p:sp>
        <p:nvSpPr>
          <p:cNvPr id="34" name="Text 20"/>
          <p:cNvSpPr/>
          <p:nvPr/>
        </p:nvSpPr>
        <p:spPr>
          <a:xfrm>
            <a:off x="5129213" y="2487811"/>
            <a:ext cx="3443288" cy="195728"/>
          </a:xfrm>
          <a:prstGeom prst="rect">
            <a:avLst/>
          </a:prstGeom>
          <a:noFill/>
          <a:ln/>
        </p:spPr>
        <p:txBody>
          <a:bodyPr wrap="none" lIns="0" tIns="34036" rIns="0" bIns="0" rtlCol="0" anchor="t">
            <a:spAutoFit/>
          </a:bodyPr>
          <a:lstStyle/>
          <a:p>
            <a:pPr marL="0" indent="0" algn="l">
              <a:lnSpc>
                <a:spcPct val="104000"/>
              </a:lnSpc>
              <a:buNone/>
            </a:pPr>
            <a:r>
              <a:rPr lang="af-ZA" sz="950" noProof="0" dirty="0">
                <a:solidFill>
                  <a:srgbClr val="4A5D23"/>
                </a:solidFill>
                <a:latin typeface="Poppins Light" pitchFamily="34" charset="0"/>
                <a:ea typeface="Poppins Light" pitchFamily="34" charset="-122"/>
                <a:cs typeface="Poppins Light" pitchFamily="34" charset="-120"/>
              </a:rPr>
              <a:t>Verkope en rekords oorsig vir besluitneming</a:t>
            </a:r>
            <a:endParaRPr lang="af-ZA" sz="950" noProof="0" dirty="0"/>
          </a:p>
        </p:txBody>
      </p:sp>
      <p:sp>
        <p:nvSpPr>
          <p:cNvPr id="35" name="Shape 21"/>
          <p:cNvSpPr/>
          <p:nvPr/>
        </p:nvSpPr>
        <p:spPr>
          <a:xfrm>
            <a:off x="4786313" y="2830711"/>
            <a:ext cx="257175" cy="257175"/>
          </a:xfrm>
          <a:prstGeom prst="ellipse">
            <a:avLst/>
          </a:prstGeom>
          <a:solidFill>
            <a:schemeClr val="accent6">
              <a:lumMod val="75000"/>
            </a:schemeClr>
          </a:solidFill>
          <a:ln>
            <a:solidFill>
              <a:schemeClr val="accent6">
                <a:lumMod val="75000"/>
              </a:schemeClr>
            </a:solidFill>
          </a:ln>
        </p:spPr>
        <p:txBody>
          <a:bodyPr/>
          <a:lstStyle/>
          <a:p>
            <a:endParaRPr lang="af-ZA" noProof="0" dirty="0"/>
          </a:p>
        </p:txBody>
      </p:sp>
      <p:pic>
        <p:nvPicPr>
          <p:cNvPr id="36" name="Image 11" descr="preencoded.png"/>
          <p:cNvPicPr>
            <a:picLocks noChangeAspect="1"/>
          </p:cNvPicPr>
          <p:nvPr/>
        </p:nvPicPr>
        <p:blipFill>
          <a:blip r:embed="rId14"/>
          <a:stretch>
            <a:fillRect/>
          </a:stretch>
        </p:blipFill>
        <p:spPr>
          <a:xfrm>
            <a:off x="4864894" y="2902148"/>
            <a:ext cx="100013" cy="114300"/>
          </a:xfrm>
          <a:prstGeom prst="rect">
            <a:avLst/>
          </a:prstGeom>
        </p:spPr>
      </p:pic>
      <p:sp>
        <p:nvSpPr>
          <p:cNvPr id="37" name="Text 22"/>
          <p:cNvSpPr/>
          <p:nvPr/>
        </p:nvSpPr>
        <p:spPr>
          <a:xfrm>
            <a:off x="5129213" y="2830711"/>
            <a:ext cx="3443288" cy="195728"/>
          </a:xfrm>
          <a:prstGeom prst="rect">
            <a:avLst/>
          </a:prstGeom>
          <a:noFill/>
          <a:ln/>
        </p:spPr>
        <p:txBody>
          <a:bodyPr wrap="none" lIns="0" tIns="34036" rIns="0" bIns="0" rtlCol="0" anchor="t">
            <a:spAutoFit/>
          </a:bodyPr>
          <a:lstStyle/>
          <a:p>
            <a:pPr marL="0" indent="0" algn="l">
              <a:lnSpc>
                <a:spcPct val="104000"/>
              </a:lnSpc>
              <a:buNone/>
            </a:pPr>
            <a:r>
              <a:rPr lang="af-ZA" sz="950" noProof="0" dirty="0">
                <a:solidFill>
                  <a:srgbClr val="4A5D23"/>
                </a:solidFill>
                <a:latin typeface="Poppins Light" pitchFamily="34" charset="0"/>
                <a:ea typeface="Poppins Light" pitchFamily="34" charset="-122"/>
                <a:cs typeface="Poppins Light" pitchFamily="34" charset="-120"/>
              </a:rPr>
              <a:t>Plaaskalender vir belangrike gebeurtenisse</a:t>
            </a:r>
            <a:endParaRPr lang="af-ZA" sz="95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3572" y="7575"/>
            <a:ext cx="9144000" cy="5143500"/>
          </a:xfrm>
          <a:prstGeom prst="rect">
            <a:avLst/>
          </a:prstGeom>
        </p:spPr>
      </p:pic>
      <p:sp>
        <p:nvSpPr>
          <p:cNvPr id="4" name="Text 0"/>
          <p:cNvSpPr/>
          <p:nvPr/>
        </p:nvSpPr>
        <p:spPr>
          <a:xfrm>
            <a:off x="3890010" y="458847"/>
            <a:ext cx="5103148" cy="754053"/>
          </a:xfrm>
          <a:prstGeom prst="rect">
            <a:avLst/>
          </a:prstGeom>
          <a:noFill/>
          <a:ln/>
        </p:spPr>
        <p:txBody>
          <a:bodyPr wrap="square" lIns="0" tIns="0" rIns="0" bIns="0" rtlCol="0" anchor="t">
            <a:spAutoFit/>
          </a:bodyPr>
          <a:lstStyle/>
          <a:p>
            <a:pPr marL="0" indent="0">
              <a:buNone/>
            </a:pPr>
            <a:r>
              <a:rPr lang="af-ZA" sz="2450" b="1" noProof="0" dirty="0">
                <a:solidFill>
                  <a:srgbClr val="0F381C"/>
                </a:solidFill>
                <a:latin typeface="Poppins Bold" pitchFamily="34" charset="0"/>
                <a:ea typeface="Poppins Bold" pitchFamily="34" charset="-122"/>
                <a:cs typeface="Poppins Bold" pitchFamily="34" charset="-120"/>
              </a:rPr>
              <a:t>Fase 1: </a:t>
            </a:r>
            <a:r>
              <a:rPr lang="af-ZA" sz="2450" noProof="0" dirty="0">
                <a:solidFill>
                  <a:schemeClr val="accent6">
                    <a:lumMod val="50000"/>
                  </a:schemeClr>
                </a:solidFill>
                <a:latin typeface="Poppins Bold" pitchFamily="34" charset="0"/>
                <a:ea typeface="Poppins Bold" pitchFamily="34" charset="-122"/>
                <a:cs typeface="Poppins Bold" pitchFamily="34" charset="-120"/>
              </a:rPr>
              <a:t>Beplanning lê die fondament</a:t>
            </a:r>
            <a:endParaRPr lang="af-ZA" sz="2450" noProof="0" dirty="0">
              <a:solidFill>
                <a:schemeClr val="accent6">
                  <a:lumMod val="50000"/>
                </a:schemeClr>
              </a:solidFill>
            </a:endParaRPr>
          </a:p>
        </p:txBody>
      </p:sp>
      <p:grpSp>
        <p:nvGrpSpPr>
          <p:cNvPr id="56" name="Group 55">
            <a:extLst>
              <a:ext uri="{FF2B5EF4-FFF2-40B4-BE49-F238E27FC236}">
                <a16:creationId xmlns:a16="http://schemas.microsoft.com/office/drawing/2014/main" id="{39940D15-4F61-9098-5B7E-EF1053005F7B}"/>
              </a:ext>
            </a:extLst>
          </p:cNvPr>
          <p:cNvGrpSpPr/>
          <p:nvPr/>
        </p:nvGrpSpPr>
        <p:grpSpPr>
          <a:xfrm>
            <a:off x="3890010" y="1615825"/>
            <a:ext cx="5036820" cy="2903075"/>
            <a:chOff x="3771900" y="1489759"/>
            <a:chExt cx="5036820" cy="2903075"/>
          </a:xfrm>
        </p:grpSpPr>
        <p:grpSp>
          <p:nvGrpSpPr>
            <p:cNvPr id="52" name="Group 51">
              <a:extLst>
                <a:ext uri="{FF2B5EF4-FFF2-40B4-BE49-F238E27FC236}">
                  <a16:creationId xmlns:a16="http://schemas.microsoft.com/office/drawing/2014/main" id="{BF9AD1A7-B987-E5B4-5186-BFDAAC567640}"/>
                </a:ext>
              </a:extLst>
            </p:cNvPr>
            <p:cNvGrpSpPr/>
            <p:nvPr/>
          </p:nvGrpSpPr>
          <p:grpSpPr>
            <a:xfrm>
              <a:off x="3771900" y="1489759"/>
              <a:ext cx="5036820" cy="2842074"/>
              <a:chOff x="3771900" y="1489759"/>
              <a:chExt cx="4800600" cy="2842074"/>
            </a:xfrm>
          </p:grpSpPr>
          <p:sp>
            <p:nvSpPr>
              <p:cNvPr id="51" name="Shape 1">
                <a:extLst>
                  <a:ext uri="{FF2B5EF4-FFF2-40B4-BE49-F238E27FC236}">
                    <a16:creationId xmlns:a16="http://schemas.microsoft.com/office/drawing/2014/main" id="{64B91D0A-22AF-B401-5E58-BE4F37CDFD42}"/>
                  </a:ext>
                </a:extLst>
              </p:cNvPr>
              <p:cNvSpPr/>
              <p:nvPr/>
            </p:nvSpPr>
            <p:spPr>
              <a:xfrm>
                <a:off x="3771900" y="3891823"/>
                <a:ext cx="4800600" cy="440010"/>
              </a:xfrm>
              <a:prstGeom prst="roundRect">
                <a:avLst/>
              </a:prstGeom>
              <a:solidFill>
                <a:srgbClr val="FFFFFF"/>
              </a:solidFill>
              <a:ln w="21590">
                <a:solidFill>
                  <a:srgbClr val="8EC26A"/>
                </a:solidFill>
                <a:prstDash val="solid"/>
              </a:ln>
            </p:spPr>
            <p:txBody>
              <a:bodyPr/>
              <a:lstStyle/>
              <a:p>
                <a:endParaRPr lang="af-ZA" noProof="0" dirty="0"/>
              </a:p>
            </p:txBody>
          </p:sp>
          <p:sp>
            <p:nvSpPr>
              <p:cNvPr id="5" name="Shape 1"/>
              <p:cNvSpPr/>
              <p:nvPr/>
            </p:nvSpPr>
            <p:spPr>
              <a:xfrm>
                <a:off x="3771900" y="1489759"/>
                <a:ext cx="4800600" cy="440010"/>
              </a:xfrm>
              <a:prstGeom prst="roundRect">
                <a:avLst/>
              </a:prstGeom>
              <a:solidFill>
                <a:srgbClr val="FFFFFF"/>
              </a:solidFill>
              <a:ln w="21590">
                <a:solidFill>
                  <a:srgbClr val="8EC26A"/>
                </a:solidFill>
                <a:prstDash val="solid"/>
              </a:ln>
            </p:spPr>
            <p:txBody>
              <a:bodyPr/>
              <a:lstStyle/>
              <a:p>
                <a:endParaRPr lang="af-ZA" noProof="0" dirty="0"/>
              </a:p>
            </p:txBody>
          </p:sp>
          <p:sp>
            <p:nvSpPr>
              <p:cNvPr id="47" name="Shape 1">
                <a:extLst>
                  <a:ext uri="{FF2B5EF4-FFF2-40B4-BE49-F238E27FC236}">
                    <a16:creationId xmlns:a16="http://schemas.microsoft.com/office/drawing/2014/main" id="{D939E6A3-CD6B-FBED-79CA-F1800636E7DE}"/>
                  </a:ext>
                </a:extLst>
              </p:cNvPr>
              <p:cNvSpPr/>
              <p:nvPr/>
            </p:nvSpPr>
            <p:spPr>
              <a:xfrm>
                <a:off x="3771900" y="1970172"/>
                <a:ext cx="4800600" cy="440010"/>
              </a:xfrm>
              <a:prstGeom prst="roundRect">
                <a:avLst/>
              </a:prstGeom>
              <a:solidFill>
                <a:srgbClr val="FFFFFF"/>
              </a:solidFill>
              <a:ln w="21590">
                <a:solidFill>
                  <a:srgbClr val="8EC26A"/>
                </a:solidFill>
                <a:prstDash val="solid"/>
              </a:ln>
            </p:spPr>
            <p:txBody>
              <a:bodyPr/>
              <a:lstStyle/>
              <a:p>
                <a:endParaRPr lang="af-ZA" noProof="0" dirty="0"/>
              </a:p>
            </p:txBody>
          </p:sp>
          <p:sp>
            <p:nvSpPr>
              <p:cNvPr id="48" name="Shape 1">
                <a:extLst>
                  <a:ext uri="{FF2B5EF4-FFF2-40B4-BE49-F238E27FC236}">
                    <a16:creationId xmlns:a16="http://schemas.microsoft.com/office/drawing/2014/main" id="{404BC625-7018-443D-0829-D0A3B29B5988}"/>
                  </a:ext>
                </a:extLst>
              </p:cNvPr>
              <p:cNvSpPr/>
              <p:nvPr/>
            </p:nvSpPr>
            <p:spPr>
              <a:xfrm>
                <a:off x="3771900" y="2450585"/>
                <a:ext cx="4800600" cy="440010"/>
              </a:xfrm>
              <a:prstGeom prst="roundRect">
                <a:avLst/>
              </a:prstGeom>
              <a:solidFill>
                <a:srgbClr val="FFFFFF"/>
              </a:solidFill>
              <a:ln w="21590">
                <a:solidFill>
                  <a:srgbClr val="8EC26A"/>
                </a:solidFill>
                <a:prstDash val="solid"/>
              </a:ln>
            </p:spPr>
            <p:txBody>
              <a:bodyPr/>
              <a:lstStyle/>
              <a:p>
                <a:endParaRPr lang="af-ZA" noProof="0" dirty="0"/>
              </a:p>
            </p:txBody>
          </p:sp>
          <p:sp>
            <p:nvSpPr>
              <p:cNvPr id="49" name="Shape 1">
                <a:extLst>
                  <a:ext uri="{FF2B5EF4-FFF2-40B4-BE49-F238E27FC236}">
                    <a16:creationId xmlns:a16="http://schemas.microsoft.com/office/drawing/2014/main" id="{1639A5B8-32EC-6828-E486-5B1BC1A21808}"/>
                  </a:ext>
                </a:extLst>
              </p:cNvPr>
              <p:cNvSpPr/>
              <p:nvPr/>
            </p:nvSpPr>
            <p:spPr>
              <a:xfrm>
                <a:off x="3771900" y="2930998"/>
                <a:ext cx="4800600" cy="440010"/>
              </a:xfrm>
              <a:prstGeom prst="roundRect">
                <a:avLst/>
              </a:prstGeom>
              <a:solidFill>
                <a:srgbClr val="FFFFFF"/>
              </a:solidFill>
              <a:ln w="21590">
                <a:solidFill>
                  <a:srgbClr val="8EC26A"/>
                </a:solidFill>
                <a:prstDash val="solid"/>
              </a:ln>
            </p:spPr>
            <p:txBody>
              <a:bodyPr/>
              <a:lstStyle/>
              <a:p>
                <a:endParaRPr lang="af-ZA" noProof="0" dirty="0"/>
              </a:p>
            </p:txBody>
          </p:sp>
          <p:sp>
            <p:nvSpPr>
              <p:cNvPr id="50" name="Shape 1">
                <a:extLst>
                  <a:ext uri="{FF2B5EF4-FFF2-40B4-BE49-F238E27FC236}">
                    <a16:creationId xmlns:a16="http://schemas.microsoft.com/office/drawing/2014/main" id="{1C4E8491-5087-6451-F9C3-9AD55CB9C5F9}"/>
                  </a:ext>
                </a:extLst>
              </p:cNvPr>
              <p:cNvSpPr/>
              <p:nvPr/>
            </p:nvSpPr>
            <p:spPr>
              <a:xfrm>
                <a:off x="3771900" y="3411411"/>
                <a:ext cx="4800600" cy="440010"/>
              </a:xfrm>
              <a:prstGeom prst="roundRect">
                <a:avLst/>
              </a:prstGeom>
              <a:solidFill>
                <a:srgbClr val="FFFFFF"/>
              </a:solidFill>
              <a:ln w="21590">
                <a:solidFill>
                  <a:srgbClr val="8EC26A"/>
                </a:solidFill>
                <a:prstDash val="solid"/>
              </a:ln>
            </p:spPr>
            <p:txBody>
              <a:bodyPr/>
              <a:lstStyle/>
              <a:p>
                <a:endParaRPr lang="af-ZA" noProof="0" dirty="0"/>
              </a:p>
            </p:txBody>
          </p:sp>
        </p:grpSp>
        <p:grpSp>
          <p:nvGrpSpPr>
            <p:cNvPr id="53" name="Group 52">
              <a:extLst>
                <a:ext uri="{FF2B5EF4-FFF2-40B4-BE49-F238E27FC236}">
                  <a16:creationId xmlns:a16="http://schemas.microsoft.com/office/drawing/2014/main" id="{98C6BE7A-2CC2-4DD5-7932-A22730B86AF0}"/>
                </a:ext>
              </a:extLst>
            </p:cNvPr>
            <p:cNvGrpSpPr/>
            <p:nvPr/>
          </p:nvGrpSpPr>
          <p:grpSpPr>
            <a:xfrm>
              <a:off x="3912392" y="1661847"/>
              <a:ext cx="4896328" cy="2730987"/>
              <a:chOff x="3912392" y="1661847"/>
              <a:chExt cx="4514541" cy="2730987"/>
            </a:xfrm>
          </p:grpSpPr>
          <p:grpSp>
            <p:nvGrpSpPr>
              <p:cNvPr id="45" name="Group 44">
                <a:extLst>
                  <a:ext uri="{FF2B5EF4-FFF2-40B4-BE49-F238E27FC236}">
                    <a16:creationId xmlns:a16="http://schemas.microsoft.com/office/drawing/2014/main" id="{10EE7950-E54F-045E-0FBF-A6423E5DAA90}"/>
                  </a:ext>
                </a:extLst>
              </p:cNvPr>
              <p:cNvGrpSpPr/>
              <p:nvPr/>
            </p:nvGrpSpPr>
            <p:grpSpPr>
              <a:xfrm>
                <a:off x="3912392" y="1661847"/>
                <a:ext cx="4514259" cy="370504"/>
                <a:chOff x="3798690" y="1868383"/>
                <a:chExt cx="4514259" cy="310041"/>
              </a:xfrm>
            </p:grpSpPr>
            <p:sp>
              <p:nvSpPr>
                <p:cNvPr id="6" name="Text 2"/>
                <p:cNvSpPr/>
                <p:nvPr/>
              </p:nvSpPr>
              <p:spPr>
                <a:xfrm>
                  <a:off x="3798690" y="1879624"/>
                  <a:ext cx="1389459" cy="298800"/>
                </a:xfrm>
                <a:prstGeom prst="rect">
                  <a:avLst/>
                </a:prstGeom>
                <a:noFill/>
                <a:ln>
                  <a:noFill/>
                </a:ln>
              </p:spPr>
              <p:txBody>
                <a:bodyPr wrap="square" lIns="0" tIns="0" rIns="0" bIns="0" rtlCol="0" anchor="t">
                  <a:spAutoFit/>
                </a:bodyPr>
                <a:lstStyle/>
                <a:p>
                  <a:pPr marL="0" indent="0" algn="l">
                    <a:buNone/>
                  </a:pPr>
                  <a:r>
                    <a:rPr lang="af-ZA" sz="900" b="1" noProof="0" dirty="0">
                      <a:solidFill>
                        <a:srgbClr val="0F381C"/>
                      </a:solidFill>
                      <a:latin typeface="Poppins Bold" pitchFamily="34" charset="0"/>
                      <a:ea typeface="Poppins Bold" pitchFamily="34" charset="-122"/>
                      <a:cs typeface="Poppins Bold" pitchFamily="34" charset="-120"/>
                    </a:rPr>
                    <a:t>Boerdery-navorsing:</a:t>
                  </a:r>
                  <a:endParaRPr lang="af-ZA" sz="900" noProof="0" dirty="0"/>
                </a:p>
              </p:txBody>
            </p:sp>
            <p:sp>
              <p:nvSpPr>
                <p:cNvPr id="7" name="Text 3"/>
                <p:cNvSpPr/>
                <p:nvPr/>
              </p:nvSpPr>
              <p:spPr>
                <a:xfrm>
                  <a:off x="5188149" y="1868383"/>
                  <a:ext cx="3124800" cy="298800"/>
                </a:xfrm>
                <a:prstGeom prst="rect">
                  <a:avLst/>
                </a:prstGeom>
                <a:noFill/>
                <a:ln>
                  <a:noFill/>
                </a:ln>
              </p:spPr>
              <p:txBody>
                <a:bodyPr wrap="square" lIns="0" tIns="0" rIns="0" bIns="0" rtlCol="0" anchor="t">
                  <a:spAutoFit/>
                </a:bodyPr>
                <a:lstStyle/>
                <a:p>
                  <a:pPr marL="0" indent="0" algn="l">
                    <a:lnSpc>
                      <a:spcPct val="104000"/>
                    </a:lnSpc>
                    <a:buNone/>
                  </a:pPr>
                  <a:r>
                    <a:rPr lang="af-ZA" sz="850" noProof="0" dirty="0">
                      <a:solidFill>
                        <a:srgbClr val="4A5D23"/>
                      </a:solidFill>
                      <a:latin typeface="Poppins Light" pitchFamily="34" charset="0"/>
                      <a:ea typeface="Poppins Light" pitchFamily="34" charset="-122"/>
                      <a:cs typeface="Poppins Light" pitchFamily="34" charset="-120"/>
                    </a:rPr>
                    <a:t>Skaaprasse (Merino, Dorper, Persian) en Highveld-omgewing</a:t>
                  </a:r>
                  <a:endParaRPr lang="af-ZA" sz="850" noProof="0" dirty="0"/>
                </a:p>
              </p:txBody>
            </p:sp>
          </p:grpSp>
          <p:grpSp>
            <p:nvGrpSpPr>
              <p:cNvPr id="44" name="Group 43">
                <a:extLst>
                  <a:ext uri="{FF2B5EF4-FFF2-40B4-BE49-F238E27FC236}">
                    <a16:creationId xmlns:a16="http://schemas.microsoft.com/office/drawing/2014/main" id="{ABB97387-9107-B1AD-2B58-A75C64D91A5A}"/>
                  </a:ext>
                </a:extLst>
              </p:cNvPr>
              <p:cNvGrpSpPr/>
              <p:nvPr/>
            </p:nvGrpSpPr>
            <p:grpSpPr>
              <a:xfrm>
                <a:off x="3912392" y="2106322"/>
                <a:ext cx="4514400" cy="391586"/>
                <a:chOff x="3789761" y="2323388"/>
                <a:chExt cx="4514400" cy="327683"/>
              </a:xfrm>
            </p:grpSpPr>
            <p:sp>
              <p:nvSpPr>
                <p:cNvPr id="9" name="Text 5"/>
                <p:cNvSpPr/>
                <p:nvPr/>
              </p:nvSpPr>
              <p:spPr>
                <a:xfrm>
                  <a:off x="3789761" y="2352271"/>
                  <a:ext cx="1389600" cy="298800"/>
                </a:xfrm>
                <a:prstGeom prst="rect">
                  <a:avLst/>
                </a:prstGeom>
                <a:noFill/>
                <a:ln>
                  <a:noFill/>
                </a:ln>
              </p:spPr>
              <p:txBody>
                <a:bodyPr wrap="none" lIns="0" tIns="0" rIns="0" bIns="0" rtlCol="0" anchor="t">
                  <a:spAutoFit/>
                </a:bodyPr>
                <a:lstStyle/>
                <a:p>
                  <a:pPr marL="0" indent="0" algn="l">
                    <a:buNone/>
                  </a:pPr>
                  <a:r>
                    <a:rPr lang="af-ZA" sz="900" b="1" noProof="0" dirty="0">
                      <a:solidFill>
                        <a:srgbClr val="0F381C"/>
                      </a:solidFill>
                      <a:latin typeface="Poppins Bold" pitchFamily="34" charset="0"/>
                      <a:ea typeface="Poppins Bold" pitchFamily="34" charset="-122"/>
                      <a:cs typeface="Poppins Bold" pitchFamily="34" charset="-120"/>
                    </a:rPr>
                    <a:t>7 HTML-blaaie:</a:t>
                  </a:r>
                  <a:endParaRPr lang="af-ZA" sz="900" noProof="0" dirty="0"/>
                </a:p>
              </p:txBody>
            </p:sp>
            <p:sp>
              <p:nvSpPr>
                <p:cNvPr id="10" name="Text 6"/>
                <p:cNvSpPr/>
                <p:nvPr/>
              </p:nvSpPr>
              <p:spPr>
                <a:xfrm>
                  <a:off x="5179361" y="2323388"/>
                  <a:ext cx="3124800" cy="298800"/>
                </a:xfrm>
                <a:prstGeom prst="rect">
                  <a:avLst/>
                </a:prstGeom>
                <a:noFill/>
                <a:ln>
                  <a:noFill/>
                </a:ln>
              </p:spPr>
              <p:txBody>
                <a:bodyPr wrap="none" lIns="0" tIns="0" rIns="0" bIns="0" rtlCol="0" anchor="t">
                  <a:spAutoFit/>
                </a:bodyPr>
                <a:lstStyle/>
                <a:p>
                  <a:pPr marL="0" indent="0" algn="l">
                    <a:lnSpc>
                      <a:spcPct val="104000"/>
                    </a:lnSpc>
                    <a:buNone/>
                  </a:pPr>
                  <a:r>
                    <a:rPr lang="af-ZA" sz="850" noProof="0" dirty="0">
                      <a:solidFill>
                        <a:srgbClr val="4A5D23"/>
                      </a:solidFill>
                      <a:latin typeface="Poppins Light" pitchFamily="34" charset="0"/>
                      <a:ea typeface="Poppins Light" pitchFamily="34" charset="-122"/>
                      <a:cs typeface="Poppins Light" pitchFamily="34" charset="-120"/>
                    </a:rPr>
                    <a:t>Tuis, Oor Ons, Ons Trop, Produkte, Voorraad, Verkope, Kontak</a:t>
                  </a:r>
                  <a:endParaRPr lang="af-ZA" sz="850" noProof="0" dirty="0"/>
                </a:p>
              </p:txBody>
            </p:sp>
          </p:grpSp>
          <p:grpSp>
            <p:nvGrpSpPr>
              <p:cNvPr id="43" name="Group 42">
                <a:extLst>
                  <a:ext uri="{FF2B5EF4-FFF2-40B4-BE49-F238E27FC236}">
                    <a16:creationId xmlns:a16="http://schemas.microsoft.com/office/drawing/2014/main" id="{670D17FC-8375-CB17-66AE-999A10E079E0}"/>
                  </a:ext>
                </a:extLst>
              </p:cNvPr>
              <p:cNvGrpSpPr/>
              <p:nvPr/>
            </p:nvGrpSpPr>
            <p:grpSpPr>
              <a:xfrm>
                <a:off x="3912392" y="2581885"/>
                <a:ext cx="4514400" cy="363676"/>
                <a:chOff x="3789761" y="2691486"/>
                <a:chExt cx="4514400" cy="304328"/>
              </a:xfrm>
            </p:grpSpPr>
            <p:sp>
              <p:nvSpPr>
                <p:cNvPr id="12" name="Text 8"/>
                <p:cNvSpPr/>
                <p:nvPr/>
              </p:nvSpPr>
              <p:spPr>
                <a:xfrm>
                  <a:off x="3789761" y="2697014"/>
                  <a:ext cx="1389600" cy="298800"/>
                </a:xfrm>
                <a:prstGeom prst="rect">
                  <a:avLst/>
                </a:prstGeom>
                <a:noFill/>
                <a:ln>
                  <a:noFill/>
                </a:ln>
              </p:spPr>
              <p:txBody>
                <a:bodyPr wrap="square" lIns="0" tIns="0" rIns="0" bIns="0" rtlCol="0" anchor="t">
                  <a:spAutoFit/>
                </a:bodyPr>
                <a:lstStyle/>
                <a:p>
                  <a:pPr marL="0" indent="0" algn="l">
                    <a:buNone/>
                  </a:pPr>
                  <a:r>
                    <a:rPr lang="af-ZA" sz="900" b="1" noProof="0" dirty="0">
                      <a:solidFill>
                        <a:srgbClr val="0F381C"/>
                      </a:solidFill>
                      <a:latin typeface="Poppins Bold" pitchFamily="34" charset="0"/>
                      <a:ea typeface="Poppins Bold" pitchFamily="34" charset="-122"/>
                      <a:cs typeface="Poppins Bold" pitchFamily="34" charset="-120"/>
                    </a:rPr>
                    <a:t>Navigasiestruktuur:</a:t>
                  </a:r>
                  <a:endParaRPr lang="af-ZA" sz="900" noProof="0" dirty="0"/>
                </a:p>
              </p:txBody>
            </p:sp>
            <p:sp>
              <p:nvSpPr>
                <p:cNvPr id="13" name="Text 9"/>
                <p:cNvSpPr/>
                <p:nvPr/>
              </p:nvSpPr>
              <p:spPr>
                <a:xfrm>
                  <a:off x="5179361" y="2691486"/>
                  <a:ext cx="3124800" cy="298800"/>
                </a:xfrm>
                <a:prstGeom prst="rect">
                  <a:avLst/>
                </a:prstGeom>
                <a:noFill/>
                <a:ln>
                  <a:noFill/>
                </a:ln>
              </p:spPr>
              <p:txBody>
                <a:bodyPr wrap="none" lIns="0" tIns="0" rIns="0" bIns="0" rtlCol="0" anchor="t">
                  <a:spAutoFit/>
                </a:bodyPr>
                <a:lstStyle/>
                <a:p>
                  <a:pPr marL="0" indent="0" algn="l">
                    <a:lnSpc>
                      <a:spcPct val="104000"/>
                    </a:lnSpc>
                    <a:buNone/>
                  </a:pPr>
                  <a:r>
                    <a:rPr lang="af-ZA" sz="850" noProof="0" dirty="0">
                      <a:solidFill>
                        <a:srgbClr val="4A5D23"/>
                      </a:solidFill>
                      <a:latin typeface="Poppins Light" pitchFamily="34" charset="0"/>
                      <a:ea typeface="Poppins Light" pitchFamily="34" charset="-122"/>
                      <a:cs typeface="Poppins Light" pitchFamily="34" charset="-120"/>
                    </a:rPr>
                    <a:t>Ontwerp van hoofnavigasie en subskakels vir vloei</a:t>
                  </a:r>
                  <a:endParaRPr lang="af-ZA" sz="850" noProof="0" dirty="0"/>
                </a:p>
              </p:txBody>
            </p:sp>
          </p:grpSp>
          <p:grpSp>
            <p:nvGrpSpPr>
              <p:cNvPr id="42" name="Group 41">
                <a:extLst>
                  <a:ext uri="{FF2B5EF4-FFF2-40B4-BE49-F238E27FC236}">
                    <a16:creationId xmlns:a16="http://schemas.microsoft.com/office/drawing/2014/main" id="{D0887332-14CF-118F-D330-2F1AA69A6687}"/>
                  </a:ext>
                </a:extLst>
              </p:cNvPr>
              <p:cNvGrpSpPr/>
              <p:nvPr/>
            </p:nvGrpSpPr>
            <p:grpSpPr>
              <a:xfrm>
                <a:off x="3912533" y="3059560"/>
                <a:ext cx="4505330" cy="364873"/>
                <a:chOff x="3798831" y="3054374"/>
                <a:chExt cx="4505330" cy="305330"/>
              </a:xfrm>
            </p:grpSpPr>
            <p:sp>
              <p:nvSpPr>
                <p:cNvPr id="15" name="Text 11"/>
                <p:cNvSpPr/>
                <p:nvPr/>
              </p:nvSpPr>
              <p:spPr>
                <a:xfrm>
                  <a:off x="3798831" y="3060904"/>
                  <a:ext cx="1389600" cy="298800"/>
                </a:xfrm>
                <a:prstGeom prst="rect">
                  <a:avLst/>
                </a:prstGeom>
                <a:noFill/>
                <a:ln>
                  <a:noFill/>
                </a:ln>
              </p:spPr>
              <p:txBody>
                <a:bodyPr wrap="none" lIns="0" tIns="0" rIns="0" bIns="0" rtlCol="0" anchor="t">
                  <a:spAutoFit/>
                </a:bodyPr>
                <a:lstStyle/>
                <a:p>
                  <a:pPr marL="0" indent="0" algn="l">
                    <a:buNone/>
                  </a:pPr>
                  <a:r>
                    <a:rPr lang="af-ZA" sz="900" b="1" noProof="0" dirty="0">
                      <a:solidFill>
                        <a:srgbClr val="0F381C"/>
                      </a:solidFill>
                      <a:latin typeface="Poppins Bold" pitchFamily="34" charset="0"/>
                      <a:ea typeface="Poppins Bold" pitchFamily="34" charset="-122"/>
                      <a:cs typeface="Poppins Bold" pitchFamily="34" charset="-120"/>
                    </a:rPr>
                    <a:t>Visuele Identiteit:</a:t>
                  </a:r>
                  <a:endParaRPr lang="af-ZA" sz="900" noProof="0" dirty="0"/>
                </a:p>
              </p:txBody>
            </p:sp>
            <p:sp>
              <p:nvSpPr>
                <p:cNvPr id="16" name="Text 12"/>
                <p:cNvSpPr/>
                <p:nvPr/>
              </p:nvSpPr>
              <p:spPr>
                <a:xfrm>
                  <a:off x="5179361" y="3054374"/>
                  <a:ext cx="3124800" cy="298800"/>
                </a:xfrm>
                <a:prstGeom prst="rect">
                  <a:avLst/>
                </a:prstGeom>
                <a:noFill/>
                <a:ln>
                  <a:noFill/>
                </a:ln>
              </p:spPr>
              <p:txBody>
                <a:bodyPr wrap="none" lIns="0" tIns="0" rIns="0" bIns="0" rtlCol="0" anchor="t">
                  <a:spAutoFit/>
                </a:bodyPr>
                <a:lstStyle/>
                <a:p>
                  <a:pPr marL="0" indent="0" algn="l">
                    <a:lnSpc>
                      <a:spcPct val="104000"/>
                    </a:lnSpc>
                    <a:buNone/>
                  </a:pPr>
                  <a:r>
                    <a:rPr lang="af-ZA" sz="850" noProof="0" dirty="0">
                      <a:solidFill>
                        <a:srgbClr val="4A5D23"/>
                      </a:solidFill>
                      <a:latin typeface="Poppins Light" pitchFamily="34" charset="0"/>
                      <a:ea typeface="Poppins Light" pitchFamily="34" charset="-122"/>
                      <a:cs typeface="Poppins Light" pitchFamily="34" charset="-120"/>
                    </a:rPr>
                    <a:t>Logo-ontwerp en kleurskema (Donkergroen, Wit, Grys)</a:t>
                  </a:r>
                  <a:endParaRPr lang="af-ZA" sz="850" noProof="0" dirty="0"/>
                </a:p>
              </p:txBody>
            </p:sp>
          </p:grpSp>
          <p:grpSp>
            <p:nvGrpSpPr>
              <p:cNvPr id="41" name="Group 40">
                <a:extLst>
                  <a:ext uri="{FF2B5EF4-FFF2-40B4-BE49-F238E27FC236}">
                    <a16:creationId xmlns:a16="http://schemas.microsoft.com/office/drawing/2014/main" id="{64ED9BF7-EAB6-F12E-1CE4-D269A046CC9E}"/>
                  </a:ext>
                </a:extLst>
              </p:cNvPr>
              <p:cNvGrpSpPr/>
              <p:nvPr/>
            </p:nvGrpSpPr>
            <p:grpSpPr>
              <a:xfrm>
                <a:off x="3912392" y="3564397"/>
                <a:ext cx="4514400" cy="364511"/>
                <a:chOff x="3789761" y="3438189"/>
                <a:chExt cx="4514400" cy="305027"/>
              </a:xfrm>
            </p:grpSpPr>
            <p:sp>
              <p:nvSpPr>
                <p:cNvPr id="18" name="Text 14"/>
                <p:cNvSpPr/>
                <p:nvPr/>
              </p:nvSpPr>
              <p:spPr>
                <a:xfrm>
                  <a:off x="3789761" y="3444416"/>
                  <a:ext cx="1389600" cy="298800"/>
                </a:xfrm>
                <a:prstGeom prst="rect">
                  <a:avLst/>
                </a:prstGeom>
                <a:noFill/>
                <a:ln>
                  <a:noFill/>
                </a:ln>
              </p:spPr>
              <p:txBody>
                <a:bodyPr wrap="none" lIns="0" tIns="0" rIns="0" bIns="0" rtlCol="0" anchor="t">
                  <a:spAutoFit/>
                </a:bodyPr>
                <a:lstStyle/>
                <a:p>
                  <a:pPr marL="0" indent="0" algn="l">
                    <a:buNone/>
                  </a:pPr>
                  <a:r>
                    <a:rPr lang="af-ZA" sz="900" b="1" noProof="0" dirty="0">
                      <a:solidFill>
                        <a:srgbClr val="0F381C"/>
                      </a:solidFill>
                      <a:latin typeface="Poppins Bold" pitchFamily="34" charset="0"/>
                      <a:ea typeface="Poppins Bold" pitchFamily="34" charset="-122"/>
                      <a:cs typeface="Poppins Bold" pitchFamily="34" charset="-120"/>
                    </a:rPr>
                    <a:t>Inhoudbeplanning:</a:t>
                  </a:r>
                  <a:endParaRPr lang="af-ZA" sz="900" noProof="0" dirty="0"/>
                </a:p>
              </p:txBody>
            </p:sp>
            <p:sp>
              <p:nvSpPr>
                <p:cNvPr id="19" name="Text 15"/>
                <p:cNvSpPr/>
                <p:nvPr/>
              </p:nvSpPr>
              <p:spPr>
                <a:xfrm>
                  <a:off x="5179361" y="3438189"/>
                  <a:ext cx="3124800" cy="298800"/>
                </a:xfrm>
                <a:prstGeom prst="rect">
                  <a:avLst/>
                </a:prstGeom>
                <a:noFill/>
                <a:ln>
                  <a:noFill/>
                </a:ln>
              </p:spPr>
              <p:txBody>
                <a:bodyPr wrap="none" lIns="0" tIns="0" rIns="0" bIns="0" rtlCol="0" anchor="t">
                  <a:spAutoFit/>
                </a:bodyPr>
                <a:lstStyle/>
                <a:p>
                  <a:pPr marL="0" indent="0" algn="l">
                    <a:lnSpc>
                      <a:spcPct val="104000"/>
                    </a:lnSpc>
                    <a:buNone/>
                  </a:pPr>
                  <a:r>
                    <a:rPr lang="af-ZA" sz="850" noProof="0" dirty="0">
                      <a:solidFill>
                        <a:srgbClr val="4A5D23"/>
                      </a:solidFill>
                      <a:latin typeface="Poppins Light" pitchFamily="34" charset="0"/>
                      <a:ea typeface="Poppins Light" pitchFamily="34" charset="-122"/>
                      <a:cs typeface="Poppins Light" pitchFamily="34" charset="-120"/>
                    </a:rPr>
                    <a:t>Struktuur van vorms, tabelle en multimedia-plasing</a:t>
                  </a:r>
                  <a:endParaRPr lang="af-ZA" sz="850" noProof="0" dirty="0"/>
                </a:p>
              </p:txBody>
            </p:sp>
          </p:grpSp>
          <p:grpSp>
            <p:nvGrpSpPr>
              <p:cNvPr id="40" name="Group 39">
                <a:extLst>
                  <a:ext uri="{FF2B5EF4-FFF2-40B4-BE49-F238E27FC236}">
                    <a16:creationId xmlns:a16="http://schemas.microsoft.com/office/drawing/2014/main" id="{B6693728-E6AF-5D74-564B-768CDCBAC3B7}"/>
                  </a:ext>
                </a:extLst>
              </p:cNvPr>
              <p:cNvGrpSpPr/>
              <p:nvPr/>
            </p:nvGrpSpPr>
            <p:grpSpPr>
              <a:xfrm>
                <a:off x="3912392" y="4005264"/>
                <a:ext cx="4514541" cy="387570"/>
                <a:chOff x="3798549" y="3829381"/>
                <a:chExt cx="4514541" cy="324323"/>
              </a:xfrm>
            </p:grpSpPr>
            <p:sp>
              <p:nvSpPr>
                <p:cNvPr id="21" name="Text 17"/>
                <p:cNvSpPr/>
                <p:nvPr/>
              </p:nvSpPr>
              <p:spPr>
                <a:xfrm>
                  <a:off x="3798549" y="3854904"/>
                  <a:ext cx="1389600" cy="298800"/>
                </a:xfrm>
                <a:prstGeom prst="rect">
                  <a:avLst/>
                </a:prstGeom>
                <a:noFill/>
                <a:ln>
                  <a:noFill/>
                </a:ln>
              </p:spPr>
              <p:txBody>
                <a:bodyPr wrap="none" lIns="0" tIns="0" rIns="0" bIns="0" rtlCol="0" anchor="t">
                  <a:spAutoFit/>
                </a:bodyPr>
                <a:lstStyle/>
                <a:p>
                  <a:pPr marL="0" indent="0" algn="l">
                    <a:buNone/>
                  </a:pPr>
                  <a:r>
                    <a:rPr lang="af-ZA" sz="900" b="1" noProof="0" dirty="0">
                      <a:solidFill>
                        <a:srgbClr val="0F381C"/>
                      </a:solidFill>
                      <a:latin typeface="Poppins Bold" pitchFamily="34" charset="0"/>
                      <a:ea typeface="Poppins Bold" pitchFamily="34" charset="-122"/>
                      <a:cs typeface="Poppins Bold" pitchFamily="34" charset="-120"/>
                    </a:rPr>
                    <a:t>Tegnologie-keuse:</a:t>
                  </a:r>
                  <a:endParaRPr lang="af-ZA" sz="900" noProof="0" dirty="0"/>
                </a:p>
              </p:txBody>
            </p:sp>
            <p:sp>
              <p:nvSpPr>
                <p:cNvPr id="22" name="Text 18"/>
                <p:cNvSpPr/>
                <p:nvPr/>
              </p:nvSpPr>
              <p:spPr>
                <a:xfrm>
                  <a:off x="5188290" y="3829381"/>
                  <a:ext cx="3124800" cy="298800"/>
                </a:xfrm>
                <a:prstGeom prst="rect">
                  <a:avLst/>
                </a:prstGeom>
                <a:noFill/>
                <a:ln>
                  <a:noFill/>
                </a:ln>
              </p:spPr>
              <p:txBody>
                <a:bodyPr wrap="square" lIns="0" tIns="0" rIns="0" bIns="0" rtlCol="0" anchor="t">
                  <a:spAutoFit/>
                </a:bodyPr>
                <a:lstStyle/>
                <a:p>
                  <a:pPr marL="0" indent="0" algn="l">
                    <a:lnSpc>
                      <a:spcPct val="104000"/>
                    </a:lnSpc>
                    <a:buNone/>
                  </a:pPr>
                  <a:r>
                    <a:rPr lang="af-ZA" sz="850" noProof="0" dirty="0">
                      <a:solidFill>
                        <a:srgbClr val="4A5D23"/>
                      </a:solidFill>
                      <a:latin typeface="Poppins Light" pitchFamily="34" charset="0"/>
                      <a:ea typeface="Poppins Light" pitchFamily="34" charset="-122"/>
                      <a:cs typeface="Poppins Light" pitchFamily="34" charset="-120"/>
                    </a:rPr>
                    <a:t>Besluit op HTML5, CSS3 en JavaScript sonder raamwerke</a:t>
                  </a:r>
                  <a:endParaRPr lang="af-ZA" sz="850" noProof="0" dirty="0"/>
                </a:p>
              </p:txBody>
            </p:sp>
          </p:grpSp>
        </p:grpSp>
      </p:grpSp>
      <p:sp>
        <p:nvSpPr>
          <p:cNvPr id="25" name="Flowchart: Delay 24">
            <a:extLst>
              <a:ext uri="{FF2B5EF4-FFF2-40B4-BE49-F238E27FC236}">
                <a16:creationId xmlns:a16="http://schemas.microsoft.com/office/drawing/2014/main" id="{0167901C-FA1D-8888-E789-957780A9C2F3}"/>
              </a:ext>
            </a:extLst>
          </p:cNvPr>
          <p:cNvSpPr/>
          <p:nvPr/>
        </p:nvSpPr>
        <p:spPr>
          <a:xfrm>
            <a:off x="11065" y="6412"/>
            <a:ext cx="3694507" cy="5130676"/>
          </a:xfrm>
          <a:custGeom>
            <a:avLst/>
            <a:gdLst>
              <a:gd name="csX0" fmla="*/ 0 w 3686174"/>
              <a:gd name="csY0" fmla="*/ 0 h 3308605"/>
              <a:gd name="csX1" fmla="*/ 1843087 w 3686174"/>
              <a:gd name="csY1" fmla="*/ 0 h 3308605"/>
              <a:gd name="csX2" fmla="*/ 3686174 w 3686174"/>
              <a:gd name="csY2" fmla="*/ 1654303 h 3308605"/>
              <a:gd name="csX3" fmla="*/ 1843087 w 3686174"/>
              <a:gd name="csY3" fmla="*/ 3308606 h 3308605"/>
              <a:gd name="csX4" fmla="*/ 0 w 3686174"/>
              <a:gd name="csY4" fmla="*/ 3308605 h 3308605"/>
              <a:gd name="csX5" fmla="*/ 0 w 3686174"/>
              <a:gd name="csY5" fmla="*/ 0 h 3308605"/>
              <a:gd name="csX0" fmla="*/ 0 w 3693794"/>
              <a:gd name="csY0" fmla="*/ 0 h 4192526"/>
              <a:gd name="csX1" fmla="*/ 1850707 w 3693794"/>
              <a:gd name="csY1" fmla="*/ 883920 h 4192526"/>
              <a:gd name="csX2" fmla="*/ 3693794 w 3693794"/>
              <a:gd name="csY2" fmla="*/ 2538223 h 4192526"/>
              <a:gd name="csX3" fmla="*/ 1850707 w 3693794"/>
              <a:gd name="csY3" fmla="*/ 4192526 h 4192526"/>
              <a:gd name="csX4" fmla="*/ 7620 w 3693794"/>
              <a:gd name="csY4" fmla="*/ 4192525 h 4192526"/>
              <a:gd name="csX5" fmla="*/ 0 w 3693794"/>
              <a:gd name="csY5" fmla="*/ 0 h 4192526"/>
              <a:gd name="csX0" fmla="*/ 0 w 3693794"/>
              <a:gd name="csY0" fmla="*/ 0 h 5122165"/>
              <a:gd name="csX1" fmla="*/ 1850707 w 3693794"/>
              <a:gd name="csY1" fmla="*/ 883920 h 5122165"/>
              <a:gd name="csX2" fmla="*/ 3693794 w 3693794"/>
              <a:gd name="csY2" fmla="*/ 2538223 h 5122165"/>
              <a:gd name="csX3" fmla="*/ 1850707 w 3693794"/>
              <a:gd name="csY3" fmla="*/ 4192526 h 5122165"/>
              <a:gd name="csX4" fmla="*/ 0 w 3693794"/>
              <a:gd name="csY4" fmla="*/ 5122165 h 5122165"/>
              <a:gd name="csX5" fmla="*/ 0 w 3693794"/>
              <a:gd name="csY5" fmla="*/ 0 h 5122165"/>
              <a:gd name="csX0" fmla="*/ 0 w 3693794"/>
              <a:gd name="csY0" fmla="*/ 0 h 5122165"/>
              <a:gd name="csX1" fmla="*/ 1850707 w 3693794"/>
              <a:gd name="csY1" fmla="*/ 883920 h 5122165"/>
              <a:gd name="csX2" fmla="*/ 3693794 w 3693794"/>
              <a:gd name="csY2" fmla="*/ 2538223 h 5122165"/>
              <a:gd name="csX3" fmla="*/ 1850707 w 3693794"/>
              <a:gd name="csY3" fmla="*/ 4649726 h 5122165"/>
              <a:gd name="csX4" fmla="*/ 0 w 3693794"/>
              <a:gd name="csY4" fmla="*/ 5122165 h 5122165"/>
              <a:gd name="csX5" fmla="*/ 0 w 3693794"/>
              <a:gd name="csY5" fmla="*/ 0 h 5122165"/>
              <a:gd name="csX0" fmla="*/ 0 w 3694109"/>
              <a:gd name="csY0" fmla="*/ 0 h 5122165"/>
              <a:gd name="csX1" fmla="*/ 1850707 w 3694109"/>
              <a:gd name="csY1" fmla="*/ 883920 h 5122165"/>
              <a:gd name="csX2" fmla="*/ 3693794 w 3694109"/>
              <a:gd name="csY2" fmla="*/ 2538223 h 5122165"/>
              <a:gd name="csX3" fmla="*/ 1957387 w 3694109"/>
              <a:gd name="csY3" fmla="*/ 4718306 h 5122165"/>
              <a:gd name="csX4" fmla="*/ 0 w 3694109"/>
              <a:gd name="csY4" fmla="*/ 5122165 h 5122165"/>
              <a:gd name="csX5" fmla="*/ 0 w 3694109"/>
              <a:gd name="csY5" fmla="*/ 0 h 5122165"/>
              <a:gd name="csX0" fmla="*/ 0 w 3694286"/>
              <a:gd name="csY0" fmla="*/ 0 h 5122165"/>
              <a:gd name="csX1" fmla="*/ 1850707 w 3694286"/>
              <a:gd name="csY1" fmla="*/ 883920 h 5122165"/>
              <a:gd name="csX2" fmla="*/ 3693794 w 3694286"/>
              <a:gd name="csY2" fmla="*/ 2538223 h 5122165"/>
              <a:gd name="csX3" fmla="*/ 1957387 w 3694286"/>
              <a:gd name="csY3" fmla="*/ 4718306 h 5122165"/>
              <a:gd name="csX4" fmla="*/ 0 w 3694286"/>
              <a:gd name="csY4" fmla="*/ 5122165 h 5122165"/>
              <a:gd name="csX5" fmla="*/ 0 w 3694286"/>
              <a:gd name="csY5" fmla="*/ 0 h 5122165"/>
              <a:gd name="csX0" fmla="*/ 0 w 3694286"/>
              <a:gd name="csY0" fmla="*/ 0 h 5123708"/>
              <a:gd name="csX1" fmla="*/ 1850707 w 3694286"/>
              <a:gd name="csY1" fmla="*/ 883920 h 5123708"/>
              <a:gd name="csX2" fmla="*/ 3693794 w 3694286"/>
              <a:gd name="csY2" fmla="*/ 2538223 h 5123708"/>
              <a:gd name="csX3" fmla="*/ 1957387 w 3694286"/>
              <a:gd name="csY3" fmla="*/ 4718306 h 5123708"/>
              <a:gd name="csX4" fmla="*/ 0 w 3694286"/>
              <a:gd name="csY4" fmla="*/ 5122165 h 5123708"/>
              <a:gd name="csX5" fmla="*/ 0 w 3694286"/>
              <a:gd name="csY5" fmla="*/ 0 h 5123708"/>
              <a:gd name="csX0" fmla="*/ 0 w 3694286"/>
              <a:gd name="csY0" fmla="*/ 0 h 5130676"/>
              <a:gd name="csX1" fmla="*/ 1850707 w 3694286"/>
              <a:gd name="csY1" fmla="*/ 883920 h 5130676"/>
              <a:gd name="csX2" fmla="*/ 3693794 w 3694286"/>
              <a:gd name="csY2" fmla="*/ 2538223 h 5130676"/>
              <a:gd name="csX3" fmla="*/ 1957387 w 3694286"/>
              <a:gd name="csY3" fmla="*/ 4718306 h 5130676"/>
              <a:gd name="csX4" fmla="*/ 0 w 3694286"/>
              <a:gd name="csY4" fmla="*/ 5122165 h 5130676"/>
              <a:gd name="csX5" fmla="*/ 0 w 3694286"/>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Lst>
            <a:ahLst/>
            <a:cxnLst>
              <a:cxn ang="0">
                <a:pos x="csX0" y="csY0"/>
              </a:cxn>
              <a:cxn ang="0">
                <a:pos x="csX1" y="csY1"/>
              </a:cxn>
              <a:cxn ang="0">
                <a:pos x="csX2" y="csY2"/>
              </a:cxn>
              <a:cxn ang="0">
                <a:pos x="csX3" y="csY3"/>
              </a:cxn>
              <a:cxn ang="0">
                <a:pos x="csX4" y="csY4"/>
              </a:cxn>
              <a:cxn ang="0">
                <a:pos x="csX5" y="csY5"/>
              </a:cxn>
            </a:cxnLst>
            <a:rect l="l" t="t" r="r" b="b"/>
            <a:pathLst>
              <a:path w="3694507" h="5130676">
                <a:moveTo>
                  <a:pt x="0" y="0"/>
                </a:moveTo>
                <a:cubicBezTo>
                  <a:pt x="614362" y="0"/>
                  <a:pt x="1221105" y="83820"/>
                  <a:pt x="1827847" y="350520"/>
                </a:cubicBezTo>
                <a:cubicBezTo>
                  <a:pt x="3196276" y="952500"/>
                  <a:pt x="3672204" y="1810259"/>
                  <a:pt x="3693794" y="2538223"/>
                </a:cubicBezTo>
                <a:cubicBezTo>
                  <a:pt x="3715384" y="3266187"/>
                  <a:pt x="3249616" y="4169666"/>
                  <a:pt x="1957387" y="4718306"/>
                </a:cubicBezTo>
                <a:cubicBezTo>
                  <a:pt x="1015365" y="5142486"/>
                  <a:pt x="378142" y="5147565"/>
                  <a:pt x="0" y="5122165"/>
                </a:cubicBezTo>
                <a:lnTo>
                  <a:pt x="0" y="0"/>
                </a:lnTo>
                <a:close/>
              </a:path>
            </a:pathLst>
          </a:custGeom>
          <a:solidFill>
            <a:srgbClr val="CAE0CA"/>
          </a:solidFill>
          <a:ln w="19050">
            <a:solidFill>
              <a:srgbClr val="8FBC8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pic>
        <p:nvPicPr>
          <p:cNvPr id="58" name="Picture 57">
            <a:extLst>
              <a:ext uri="{FF2B5EF4-FFF2-40B4-BE49-F238E27FC236}">
                <a16:creationId xmlns:a16="http://schemas.microsoft.com/office/drawing/2014/main" id="{0F44132E-3550-3D57-227F-E56EA4BFD2C3}"/>
              </a:ext>
            </a:extLst>
          </p:cNvPr>
          <p:cNvPicPr>
            <a:picLocks noChangeAspect="1"/>
          </p:cNvPicPr>
          <p:nvPr/>
        </p:nvPicPr>
        <p:blipFill>
          <a:blip r:embed="rId4"/>
          <a:stretch>
            <a:fillRect/>
          </a:stretch>
        </p:blipFill>
        <p:spPr>
          <a:xfrm>
            <a:off x="0" y="0"/>
            <a:ext cx="3706937"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25" name="Flowchart: Delay 24">
            <a:extLst>
              <a:ext uri="{FF2B5EF4-FFF2-40B4-BE49-F238E27FC236}">
                <a16:creationId xmlns:a16="http://schemas.microsoft.com/office/drawing/2014/main" id="{75EF9AAB-B09A-978B-F22B-EAD486F6897E}"/>
              </a:ext>
            </a:extLst>
          </p:cNvPr>
          <p:cNvSpPr/>
          <p:nvPr/>
        </p:nvSpPr>
        <p:spPr>
          <a:xfrm flipH="1">
            <a:off x="4572000" y="6412"/>
            <a:ext cx="4572000" cy="5130676"/>
          </a:xfrm>
          <a:custGeom>
            <a:avLst/>
            <a:gdLst>
              <a:gd name="csX0" fmla="*/ 0 w 3686174"/>
              <a:gd name="csY0" fmla="*/ 0 h 3308605"/>
              <a:gd name="csX1" fmla="*/ 1843087 w 3686174"/>
              <a:gd name="csY1" fmla="*/ 0 h 3308605"/>
              <a:gd name="csX2" fmla="*/ 3686174 w 3686174"/>
              <a:gd name="csY2" fmla="*/ 1654303 h 3308605"/>
              <a:gd name="csX3" fmla="*/ 1843087 w 3686174"/>
              <a:gd name="csY3" fmla="*/ 3308606 h 3308605"/>
              <a:gd name="csX4" fmla="*/ 0 w 3686174"/>
              <a:gd name="csY4" fmla="*/ 3308605 h 3308605"/>
              <a:gd name="csX5" fmla="*/ 0 w 3686174"/>
              <a:gd name="csY5" fmla="*/ 0 h 3308605"/>
              <a:gd name="csX0" fmla="*/ 0 w 3693794"/>
              <a:gd name="csY0" fmla="*/ 0 h 4192526"/>
              <a:gd name="csX1" fmla="*/ 1850707 w 3693794"/>
              <a:gd name="csY1" fmla="*/ 883920 h 4192526"/>
              <a:gd name="csX2" fmla="*/ 3693794 w 3693794"/>
              <a:gd name="csY2" fmla="*/ 2538223 h 4192526"/>
              <a:gd name="csX3" fmla="*/ 1850707 w 3693794"/>
              <a:gd name="csY3" fmla="*/ 4192526 h 4192526"/>
              <a:gd name="csX4" fmla="*/ 7620 w 3693794"/>
              <a:gd name="csY4" fmla="*/ 4192525 h 4192526"/>
              <a:gd name="csX5" fmla="*/ 0 w 3693794"/>
              <a:gd name="csY5" fmla="*/ 0 h 4192526"/>
              <a:gd name="csX0" fmla="*/ 0 w 3693794"/>
              <a:gd name="csY0" fmla="*/ 0 h 5122165"/>
              <a:gd name="csX1" fmla="*/ 1850707 w 3693794"/>
              <a:gd name="csY1" fmla="*/ 883920 h 5122165"/>
              <a:gd name="csX2" fmla="*/ 3693794 w 3693794"/>
              <a:gd name="csY2" fmla="*/ 2538223 h 5122165"/>
              <a:gd name="csX3" fmla="*/ 1850707 w 3693794"/>
              <a:gd name="csY3" fmla="*/ 4192526 h 5122165"/>
              <a:gd name="csX4" fmla="*/ 0 w 3693794"/>
              <a:gd name="csY4" fmla="*/ 5122165 h 5122165"/>
              <a:gd name="csX5" fmla="*/ 0 w 3693794"/>
              <a:gd name="csY5" fmla="*/ 0 h 5122165"/>
              <a:gd name="csX0" fmla="*/ 0 w 3693794"/>
              <a:gd name="csY0" fmla="*/ 0 h 5122165"/>
              <a:gd name="csX1" fmla="*/ 1850707 w 3693794"/>
              <a:gd name="csY1" fmla="*/ 883920 h 5122165"/>
              <a:gd name="csX2" fmla="*/ 3693794 w 3693794"/>
              <a:gd name="csY2" fmla="*/ 2538223 h 5122165"/>
              <a:gd name="csX3" fmla="*/ 1850707 w 3693794"/>
              <a:gd name="csY3" fmla="*/ 4649726 h 5122165"/>
              <a:gd name="csX4" fmla="*/ 0 w 3693794"/>
              <a:gd name="csY4" fmla="*/ 5122165 h 5122165"/>
              <a:gd name="csX5" fmla="*/ 0 w 3693794"/>
              <a:gd name="csY5" fmla="*/ 0 h 5122165"/>
              <a:gd name="csX0" fmla="*/ 0 w 3694109"/>
              <a:gd name="csY0" fmla="*/ 0 h 5122165"/>
              <a:gd name="csX1" fmla="*/ 1850707 w 3694109"/>
              <a:gd name="csY1" fmla="*/ 883920 h 5122165"/>
              <a:gd name="csX2" fmla="*/ 3693794 w 3694109"/>
              <a:gd name="csY2" fmla="*/ 2538223 h 5122165"/>
              <a:gd name="csX3" fmla="*/ 1957387 w 3694109"/>
              <a:gd name="csY3" fmla="*/ 4718306 h 5122165"/>
              <a:gd name="csX4" fmla="*/ 0 w 3694109"/>
              <a:gd name="csY4" fmla="*/ 5122165 h 5122165"/>
              <a:gd name="csX5" fmla="*/ 0 w 3694109"/>
              <a:gd name="csY5" fmla="*/ 0 h 5122165"/>
              <a:gd name="csX0" fmla="*/ 0 w 3694286"/>
              <a:gd name="csY0" fmla="*/ 0 h 5122165"/>
              <a:gd name="csX1" fmla="*/ 1850707 w 3694286"/>
              <a:gd name="csY1" fmla="*/ 883920 h 5122165"/>
              <a:gd name="csX2" fmla="*/ 3693794 w 3694286"/>
              <a:gd name="csY2" fmla="*/ 2538223 h 5122165"/>
              <a:gd name="csX3" fmla="*/ 1957387 w 3694286"/>
              <a:gd name="csY3" fmla="*/ 4718306 h 5122165"/>
              <a:gd name="csX4" fmla="*/ 0 w 3694286"/>
              <a:gd name="csY4" fmla="*/ 5122165 h 5122165"/>
              <a:gd name="csX5" fmla="*/ 0 w 3694286"/>
              <a:gd name="csY5" fmla="*/ 0 h 5122165"/>
              <a:gd name="csX0" fmla="*/ 0 w 3694286"/>
              <a:gd name="csY0" fmla="*/ 0 h 5123708"/>
              <a:gd name="csX1" fmla="*/ 1850707 w 3694286"/>
              <a:gd name="csY1" fmla="*/ 883920 h 5123708"/>
              <a:gd name="csX2" fmla="*/ 3693794 w 3694286"/>
              <a:gd name="csY2" fmla="*/ 2538223 h 5123708"/>
              <a:gd name="csX3" fmla="*/ 1957387 w 3694286"/>
              <a:gd name="csY3" fmla="*/ 4718306 h 5123708"/>
              <a:gd name="csX4" fmla="*/ 0 w 3694286"/>
              <a:gd name="csY4" fmla="*/ 5122165 h 5123708"/>
              <a:gd name="csX5" fmla="*/ 0 w 3694286"/>
              <a:gd name="csY5" fmla="*/ 0 h 5123708"/>
              <a:gd name="csX0" fmla="*/ 0 w 3694286"/>
              <a:gd name="csY0" fmla="*/ 0 h 5130676"/>
              <a:gd name="csX1" fmla="*/ 1850707 w 3694286"/>
              <a:gd name="csY1" fmla="*/ 883920 h 5130676"/>
              <a:gd name="csX2" fmla="*/ 3693794 w 3694286"/>
              <a:gd name="csY2" fmla="*/ 2538223 h 5130676"/>
              <a:gd name="csX3" fmla="*/ 1957387 w 3694286"/>
              <a:gd name="csY3" fmla="*/ 4718306 h 5130676"/>
              <a:gd name="csX4" fmla="*/ 0 w 3694286"/>
              <a:gd name="csY4" fmla="*/ 5122165 h 5130676"/>
              <a:gd name="csX5" fmla="*/ 0 w 3694286"/>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Lst>
            <a:ahLst/>
            <a:cxnLst>
              <a:cxn ang="0">
                <a:pos x="csX0" y="csY0"/>
              </a:cxn>
              <a:cxn ang="0">
                <a:pos x="csX1" y="csY1"/>
              </a:cxn>
              <a:cxn ang="0">
                <a:pos x="csX2" y="csY2"/>
              </a:cxn>
              <a:cxn ang="0">
                <a:pos x="csX3" y="csY3"/>
              </a:cxn>
              <a:cxn ang="0">
                <a:pos x="csX4" y="csY4"/>
              </a:cxn>
              <a:cxn ang="0">
                <a:pos x="csX5" y="csY5"/>
              </a:cxn>
            </a:cxnLst>
            <a:rect l="l" t="t" r="r" b="b"/>
            <a:pathLst>
              <a:path w="3694507" h="5130676">
                <a:moveTo>
                  <a:pt x="0" y="0"/>
                </a:moveTo>
                <a:cubicBezTo>
                  <a:pt x="614362" y="0"/>
                  <a:pt x="1221105" y="83820"/>
                  <a:pt x="1827847" y="350520"/>
                </a:cubicBezTo>
                <a:cubicBezTo>
                  <a:pt x="3196276" y="952500"/>
                  <a:pt x="3672204" y="1810259"/>
                  <a:pt x="3693794" y="2538223"/>
                </a:cubicBezTo>
                <a:cubicBezTo>
                  <a:pt x="3715384" y="3266187"/>
                  <a:pt x="3249616" y="4169666"/>
                  <a:pt x="1957387" y="4718306"/>
                </a:cubicBezTo>
                <a:cubicBezTo>
                  <a:pt x="1015365" y="5142486"/>
                  <a:pt x="378142" y="5147565"/>
                  <a:pt x="0" y="5122165"/>
                </a:cubicBezTo>
                <a:lnTo>
                  <a:pt x="0" y="0"/>
                </a:lnTo>
                <a:close/>
              </a:path>
            </a:pathLst>
          </a:custGeom>
          <a:solidFill>
            <a:srgbClr val="E4F0DC"/>
          </a:solidFill>
          <a:ln w="19050">
            <a:solidFill>
              <a:srgbClr val="E4F0D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sp>
        <p:nvSpPr>
          <p:cNvPr id="4" name="Text 0"/>
          <p:cNvSpPr/>
          <p:nvPr/>
        </p:nvSpPr>
        <p:spPr>
          <a:xfrm>
            <a:off x="571500" y="357188"/>
            <a:ext cx="4171950" cy="590931"/>
          </a:xfrm>
          <a:prstGeom prst="rect">
            <a:avLst/>
          </a:prstGeom>
          <a:noFill/>
          <a:ln/>
        </p:spPr>
        <p:txBody>
          <a:bodyPr wrap="square" lIns="0" tIns="0" rIns="0" bIns="0" rtlCol="0" anchor="t">
            <a:spAutoFit/>
          </a:bodyPr>
          <a:lstStyle/>
          <a:p>
            <a:pPr marL="0" indent="0" algn="l">
              <a:lnSpc>
                <a:spcPct val="96000"/>
              </a:lnSpc>
              <a:buNone/>
            </a:pPr>
            <a:r>
              <a:rPr lang="af-ZA" sz="2000" b="1" noProof="0" dirty="0">
                <a:solidFill>
                  <a:srgbClr val="0F381C"/>
                </a:solidFill>
                <a:latin typeface="Poppins Bold" pitchFamily="34" charset="0"/>
                <a:ea typeface="Poppins Bold" pitchFamily="34" charset="-122"/>
                <a:cs typeface="Poppins Bold" pitchFamily="34" charset="-120"/>
              </a:rPr>
              <a:t>Fase 2: </a:t>
            </a:r>
            <a:r>
              <a:rPr lang="af-ZA" sz="2000" noProof="0" dirty="0">
                <a:solidFill>
                  <a:schemeClr val="accent6">
                    <a:lumMod val="50000"/>
                  </a:schemeClr>
                </a:solidFill>
                <a:latin typeface="Poppins Bold" pitchFamily="34" charset="0"/>
                <a:ea typeface="Poppins Bold" pitchFamily="34" charset="-122"/>
                <a:cs typeface="Poppins Bold" pitchFamily="34" charset="-120"/>
              </a:rPr>
              <a:t>Professionele visuele identiteit met CSS</a:t>
            </a:r>
            <a:endParaRPr lang="af-ZA" sz="2000" noProof="0" dirty="0">
              <a:solidFill>
                <a:schemeClr val="accent6">
                  <a:lumMod val="50000"/>
                </a:schemeClr>
              </a:solidFill>
            </a:endParaRPr>
          </a:p>
        </p:txBody>
      </p:sp>
      <p:grpSp>
        <p:nvGrpSpPr>
          <p:cNvPr id="2" name="Group 1">
            <a:extLst>
              <a:ext uri="{FF2B5EF4-FFF2-40B4-BE49-F238E27FC236}">
                <a16:creationId xmlns:a16="http://schemas.microsoft.com/office/drawing/2014/main" id="{E1256F45-D17B-4CA1-A9BF-D02ACFD15C8F}"/>
              </a:ext>
            </a:extLst>
          </p:cNvPr>
          <p:cNvGrpSpPr>
            <a:grpSpLocks noChangeAspect="1"/>
          </p:cNvGrpSpPr>
          <p:nvPr/>
        </p:nvGrpSpPr>
        <p:grpSpPr>
          <a:xfrm>
            <a:off x="459450" y="1374211"/>
            <a:ext cx="4284000" cy="2395079"/>
            <a:chOff x="571500" y="1257300"/>
            <a:chExt cx="4171950" cy="2332434"/>
          </a:xfrm>
        </p:grpSpPr>
        <p:sp>
          <p:nvSpPr>
            <p:cNvPr id="5" name="Shape 1"/>
            <p:cNvSpPr/>
            <p:nvPr/>
          </p:nvSpPr>
          <p:spPr>
            <a:xfrm>
              <a:off x="571500" y="1257300"/>
              <a:ext cx="4171950" cy="341114"/>
            </a:xfrm>
            <a:prstGeom prst="roundRect">
              <a:avLst/>
            </a:prstGeom>
            <a:solidFill>
              <a:srgbClr val="FFFFFF"/>
            </a:solidFill>
            <a:ln w="21590">
              <a:solidFill>
                <a:srgbClr val="8EC26A"/>
              </a:solidFill>
              <a:prstDash val="solid"/>
            </a:ln>
          </p:spPr>
          <p:txBody>
            <a:bodyPr/>
            <a:lstStyle/>
            <a:p>
              <a:endParaRPr lang="af-ZA" noProof="0" dirty="0"/>
            </a:p>
          </p:txBody>
        </p:sp>
        <p:sp>
          <p:nvSpPr>
            <p:cNvPr id="6" name="Text 2"/>
            <p:cNvSpPr/>
            <p:nvPr/>
          </p:nvSpPr>
          <p:spPr>
            <a:xfrm>
              <a:off x="714374" y="1368200"/>
              <a:ext cx="961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Uitleg-tegnieke:</a:t>
              </a:r>
              <a:endParaRPr lang="af-ZA" sz="800" noProof="0" dirty="0"/>
            </a:p>
          </p:txBody>
        </p:sp>
        <p:sp>
          <p:nvSpPr>
            <p:cNvPr id="7" name="Text 3"/>
            <p:cNvSpPr/>
            <p:nvPr/>
          </p:nvSpPr>
          <p:spPr>
            <a:xfrm>
              <a:off x="1856256" y="1368200"/>
              <a:ext cx="280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Implementering van Flexbox en CSS Grid vir struktuur</a:t>
              </a:r>
              <a:endParaRPr lang="af-ZA" sz="750" noProof="0" dirty="0"/>
            </a:p>
          </p:txBody>
        </p:sp>
        <p:sp>
          <p:nvSpPr>
            <p:cNvPr id="8" name="Shape 4"/>
            <p:cNvSpPr/>
            <p:nvPr/>
          </p:nvSpPr>
          <p:spPr>
            <a:xfrm>
              <a:off x="571500" y="1655564"/>
              <a:ext cx="4171950" cy="341114"/>
            </a:xfrm>
            <a:prstGeom prst="roundRect">
              <a:avLst/>
            </a:prstGeom>
            <a:solidFill>
              <a:srgbClr val="FFFFFF"/>
            </a:solidFill>
            <a:ln w="21590">
              <a:solidFill>
                <a:srgbClr val="8EC26A"/>
              </a:solidFill>
              <a:prstDash val="solid"/>
            </a:ln>
          </p:spPr>
          <p:txBody>
            <a:bodyPr/>
            <a:lstStyle/>
            <a:p>
              <a:endParaRPr lang="af-ZA" noProof="0" dirty="0"/>
            </a:p>
          </p:txBody>
        </p:sp>
        <p:sp>
          <p:nvSpPr>
            <p:cNvPr id="9" name="Text 5"/>
            <p:cNvSpPr/>
            <p:nvPr/>
          </p:nvSpPr>
          <p:spPr>
            <a:xfrm>
              <a:off x="714374" y="1766464"/>
              <a:ext cx="961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Navigasie:</a:t>
              </a:r>
              <a:endParaRPr lang="af-ZA" sz="800" noProof="0" dirty="0"/>
            </a:p>
          </p:txBody>
        </p:sp>
        <p:sp>
          <p:nvSpPr>
            <p:cNvPr id="10" name="Text 6"/>
            <p:cNvSpPr/>
            <p:nvPr/>
          </p:nvSpPr>
          <p:spPr>
            <a:xfrm>
              <a:off x="1856256" y="1766464"/>
              <a:ext cx="280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Skep van 'n "Sticky" navigasiebalk met dropdown-menus</a:t>
              </a:r>
              <a:endParaRPr lang="af-ZA" sz="750" noProof="0" dirty="0"/>
            </a:p>
          </p:txBody>
        </p:sp>
        <p:sp>
          <p:nvSpPr>
            <p:cNvPr id="11" name="Shape 7"/>
            <p:cNvSpPr/>
            <p:nvPr/>
          </p:nvSpPr>
          <p:spPr>
            <a:xfrm>
              <a:off x="571500" y="2053828"/>
              <a:ext cx="4171950" cy="341114"/>
            </a:xfrm>
            <a:prstGeom prst="roundRect">
              <a:avLst/>
            </a:prstGeom>
            <a:solidFill>
              <a:srgbClr val="FFFFFF"/>
            </a:solidFill>
            <a:ln w="21590">
              <a:solidFill>
                <a:srgbClr val="8EC26A"/>
              </a:solidFill>
              <a:prstDash val="solid"/>
            </a:ln>
          </p:spPr>
          <p:txBody>
            <a:bodyPr/>
            <a:lstStyle/>
            <a:p>
              <a:endParaRPr lang="af-ZA" noProof="0" dirty="0"/>
            </a:p>
          </p:txBody>
        </p:sp>
        <p:sp>
          <p:nvSpPr>
            <p:cNvPr id="12" name="Text 8"/>
            <p:cNvSpPr/>
            <p:nvPr/>
          </p:nvSpPr>
          <p:spPr>
            <a:xfrm>
              <a:off x="714374" y="2164728"/>
              <a:ext cx="961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Hero-afdelings:</a:t>
              </a:r>
              <a:endParaRPr lang="af-ZA" sz="800" noProof="0" dirty="0"/>
            </a:p>
          </p:txBody>
        </p:sp>
        <p:sp>
          <p:nvSpPr>
            <p:cNvPr id="13" name="Text 9"/>
            <p:cNvSpPr/>
            <p:nvPr/>
          </p:nvSpPr>
          <p:spPr>
            <a:xfrm>
              <a:off x="1856256" y="2164728"/>
              <a:ext cx="280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Ontwerp met prent-oorleggings en tipografie-hiërargie</a:t>
              </a:r>
              <a:endParaRPr lang="af-ZA" sz="750" noProof="0" dirty="0"/>
            </a:p>
          </p:txBody>
        </p:sp>
        <p:sp>
          <p:nvSpPr>
            <p:cNvPr id="14" name="Shape 10"/>
            <p:cNvSpPr/>
            <p:nvPr/>
          </p:nvSpPr>
          <p:spPr>
            <a:xfrm>
              <a:off x="571500" y="2452092"/>
              <a:ext cx="4171950" cy="341114"/>
            </a:xfrm>
            <a:prstGeom prst="roundRect">
              <a:avLst/>
            </a:prstGeom>
            <a:solidFill>
              <a:srgbClr val="FFFFFF"/>
            </a:solidFill>
            <a:ln w="21590">
              <a:solidFill>
                <a:srgbClr val="8EC26A"/>
              </a:solidFill>
              <a:prstDash val="solid"/>
            </a:ln>
          </p:spPr>
          <p:txBody>
            <a:bodyPr/>
            <a:lstStyle/>
            <a:p>
              <a:endParaRPr lang="af-ZA" noProof="0" dirty="0"/>
            </a:p>
          </p:txBody>
        </p:sp>
        <p:sp>
          <p:nvSpPr>
            <p:cNvPr id="15" name="Text 11"/>
            <p:cNvSpPr/>
            <p:nvPr/>
          </p:nvSpPr>
          <p:spPr>
            <a:xfrm>
              <a:off x="714374" y="2562992"/>
              <a:ext cx="961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Tabel-stilering:</a:t>
              </a:r>
              <a:endParaRPr lang="af-ZA" sz="800" noProof="0" dirty="0"/>
            </a:p>
          </p:txBody>
        </p:sp>
        <p:sp>
          <p:nvSpPr>
            <p:cNvPr id="16" name="Text 12"/>
            <p:cNvSpPr/>
            <p:nvPr/>
          </p:nvSpPr>
          <p:spPr>
            <a:xfrm>
              <a:off x="1856256" y="2562992"/>
              <a:ext cx="280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Voorwaardelike kleure vir voorraadstatus en pryse</a:t>
              </a:r>
              <a:endParaRPr lang="af-ZA" sz="750" noProof="0" dirty="0"/>
            </a:p>
          </p:txBody>
        </p:sp>
        <p:sp>
          <p:nvSpPr>
            <p:cNvPr id="17" name="Shape 13"/>
            <p:cNvSpPr/>
            <p:nvPr/>
          </p:nvSpPr>
          <p:spPr>
            <a:xfrm>
              <a:off x="571500" y="2850356"/>
              <a:ext cx="4171950" cy="341114"/>
            </a:xfrm>
            <a:prstGeom prst="roundRect">
              <a:avLst/>
            </a:prstGeom>
            <a:solidFill>
              <a:srgbClr val="FFFFFF"/>
            </a:solidFill>
            <a:ln w="21590">
              <a:solidFill>
                <a:srgbClr val="8EC26A"/>
              </a:solidFill>
              <a:prstDash val="solid"/>
            </a:ln>
          </p:spPr>
          <p:txBody>
            <a:bodyPr/>
            <a:lstStyle/>
            <a:p>
              <a:endParaRPr lang="af-ZA" noProof="0" dirty="0"/>
            </a:p>
          </p:txBody>
        </p:sp>
        <p:sp>
          <p:nvSpPr>
            <p:cNvPr id="18" name="Text 14"/>
            <p:cNvSpPr/>
            <p:nvPr/>
          </p:nvSpPr>
          <p:spPr>
            <a:xfrm>
              <a:off x="714374" y="2961256"/>
              <a:ext cx="961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Galerye:</a:t>
              </a:r>
              <a:endParaRPr lang="af-ZA" sz="800" noProof="0" dirty="0"/>
            </a:p>
          </p:txBody>
        </p:sp>
        <p:sp>
          <p:nvSpPr>
            <p:cNvPr id="19" name="Text 15"/>
            <p:cNvSpPr/>
            <p:nvPr/>
          </p:nvSpPr>
          <p:spPr>
            <a:xfrm>
              <a:off x="1856256" y="2961256"/>
              <a:ext cx="280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Drie verskillende galery-uitlegte vir rasse en produkte</a:t>
              </a:r>
              <a:endParaRPr lang="af-ZA" sz="750" noProof="0" dirty="0"/>
            </a:p>
          </p:txBody>
        </p:sp>
        <p:sp>
          <p:nvSpPr>
            <p:cNvPr id="20" name="Shape 16"/>
            <p:cNvSpPr/>
            <p:nvPr/>
          </p:nvSpPr>
          <p:spPr>
            <a:xfrm>
              <a:off x="571500" y="3248620"/>
              <a:ext cx="4171950" cy="341114"/>
            </a:xfrm>
            <a:prstGeom prst="roundRect">
              <a:avLst/>
            </a:prstGeom>
            <a:solidFill>
              <a:srgbClr val="FFFFFF"/>
            </a:solidFill>
            <a:ln w="21590">
              <a:solidFill>
                <a:srgbClr val="8EC26A"/>
              </a:solidFill>
              <a:prstDash val="solid"/>
            </a:ln>
          </p:spPr>
          <p:txBody>
            <a:bodyPr/>
            <a:lstStyle/>
            <a:p>
              <a:endParaRPr lang="af-ZA" noProof="0" dirty="0"/>
            </a:p>
          </p:txBody>
        </p:sp>
        <p:sp>
          <p:nvSpPr>
            <p:cNvPr id="21" name="Text 17"/>
            <p:cNvSpPr/>
            <p:nvPr/>
          </p:nvSpPr>
          <p:spPr>
            <a:xfrm>
              <a:off x="714374" y="3359520"/>
              <a:ext cx="961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Interaktiwiteit:</a:t>
              </a:r>
              <a:endParaRPr lang="af-ZA" sz="800" noProof="0" dirty="0"/>
            </a:p>
          </p:txBody>
        </p:sp>
        <p:sp>
          <p:nvSpPr>
            <p:cNvPr id="22" name="Text 18"/>
            <p:cNvSpPr/>
            <p:nvPr/>
          </p:nvSpPr>
          <p:spPr>
            <a:xfrm>
              <a:off x="1856256" y="3359521"/>
              <a:ext cx="280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CSS-transformasies en oorgange vir knoppies en skakels</a:t>
              </a:r>
              <a:endParaRPr lang="af-ZA" sz="750" noProof="0" dirty="0"/>
            </a:p>
          </p:txBody>
        </p:sp>
      </p:grpSp>
      <p:grpSp>
        <p:nvGrpSpPr>
          <p:cNvPr id="31" name="Group 30">
            <a:extLst>
              <a:ext uri="{FF2B5EF4-FFF2-40B4-BE49-F238E27FC236}">
                <a16:creationId xmlns:a16="http://schemas.microsoft.com/office/drawing/2014/main" id="{53930CA0-BF1F-8D38-0B85-55C64E35104C}"/>
              </a:ext>
            </a:extLst>
          </p:cNvPr>
          <p:cNvGrpSpPr/>
          <p:nvPr/>
        </p:nvGrpSpPr>
        <p:grpSpPr>
          <a:xfrm>
            <a:off x="5378411" y="782815"/>
            <a:ext cx="3571876" cy="3604215"/>
            <a:chOff x="5378411" y="782815"/>
            <a:chExt cx="3571876" cy="3604215"/>
          </a:xfrm>
        </p:grpSpPr>
        <p:grpSp>
          <p:nvGrpSpPr>
            <p:cNvPr id="26" name="Group 25">
              <a:extLst>
                <a:ext uri="{FF2B5EF4-FFF2-40B4-BE49-F238E27FC236}">
                  <a16:creationId xmlns:a16="http://schemas.microsoft.com/office/drawing/2014/main" id="{D545DBCD-545C-6D77-4B2A-720FD4BE7011}"/>
                </a:ext>
              </a:extLst>
            </p:cNvPr>
            <p:cNvGrpSpPr/>
            <p:nvPr/>
          </p:nvGrpSpPr>
          <p:grpSpPr>
            <a:xfrm>
              <a:off x="5378411" y="782815"/>
              <a:ext cx="3571876" cy="3577870"/>
              <a:chOff x="5229224" y="444002"/>
              <a:chExt cx="3571876" cy="3577870"/>
            </a:xfrm>
          </p:grpSpPr>
          <p:pic>
            <p:nvPicPr>
              <p:cNvPr id="24" name="Image 1"/>
              <p:cNvPicPr>
                <a:picLocks noChangeAspect="1"/>
              </p:cNvPicPr>
              <p:nvPr/>
            </p:nvPicPr>
            <p:blipFill>
              <a:blip r:embed="rId4"/>
              <a:srcRect l="31889" r="31889"/>
              <a:stretch/>
            </p:blipFill>
            <p:spPr>
              <a:xfrm>
                <a:off x="5229225" y="449997"/>
                <a:ext cx="3571875" cy="3571875"/>
              </a:xfrm>
              <a:prstGeom prst="flowChartConnector">
                <a:avLst/>
              </a:prstGeom>
            </p:spPr>
          </p:pic>
          <p:sp>
            <p:nvSpPr>
              <p:cNvPr id="23" name="Shape 19"/>
              <p:cNvSpPr>
                <a:spLocks noChangeAspect="1"/>
              </p:cNvSpPr>
              <p:nvPr/>
            </p:nvSpPr>
            <p:spPr>
              <a:xfrm>
                <a:off x="5229224" y="444002"/>
                <a:ext cx="3571875" cy="3571875"/>
              </a:xfrm>
              <a:custGeom>
                <a:avLst/>
                <a:gdLst>
                  <a:gd name="csX0" fmla="*/ 0 w 3571875"/>
                  <a:gd name="csY0" fmla="*/ 1785938 h 3571875"/>
                  <a:gd name="csX1" fmla="*/ 1785938 w 3571875"/>
                  <a:gd name="csY1" fmla="*/ 0 h 3571875"/>
                  <a:gd name="csX2" fmla="*/ 3571876 w 3571875"/>
                  <a:gd name="csY2" fmla="*/ 1785938 h 3571875"/>
                  <a:gd name="csX3" fmla="*/ 1785938 w 3571875"/>
                  <a:gd name="csY3" fmla="*/ 3571876 h 3571875"/>
                  <a:gd name="csX4" fmla="*/ 0 w 3571875"/>
                  <a:gd name="csY4" fmla="*/ 1785938 h 3571875"/>
                </a:gdLst>
                <a:ahLst/>
                <a:cxnLst>
                  <a:cxn ang="0">
                    <a:pos x="csX0" y="csY0"/>
                  </a:cxn>
                  <a:cxn ang="0">
                    <a:pos x="csX1" y="csY1"/>
                  </a:cxn>
                  <a:cxn ang="0">
                    <a:pos x="csX2" y="csY2"/>
                  </a:cxn>
                  <a:cxn ang="0">
                    <a:pos x="csX3" y="csY3"/>
                  </a:cxn>
                  <a:cxn ang="0">
                    <a:pos x="csX4" y="csY4"/>
                  </a:cxn>
                </a:cxnLst>
                <a:rect l="l" t="t" r="r" b="b"/>
                <a:pathLst>
                  <a:path w="3571875" h="3571875" fill="none" extrusionOk="0">
                    <a:moveTo>
                      <a:pt x="0" y="1785938"/>
                    </a:moveTo>
                    <a:cubicBezTo>
                      <a:pt x="190372" y="822176"/>
                      <a:pt x="849198" y="-102089"/>
                      <a:pt x="1785938" y="0"/>
                    </a:cubicBezTo>
                    <a:cubicBezTo>
                      <a:pt x="2640341" y="-20205"/>
                      <a:pt x="3454607" y="909999"/>
                      <a:pt x="3571876" y="1785938"/>
                    </a:cubicBezTo>
                    <a:cubicBezTo>
                      <a:pt x="3568862" y="2743543"/>
                      <a:pt x="2721843" y="3641975"/>
                      <a:pt x="1785938" y="3571876"/>
                    </a:cubicBezTo>
                    <a:cubicBezTo>
                      <a:pt x="964137" y="3663995"/>
                      <a:pt x="164240" y="2811773"/>
                      <a:pt x="0" y="1785938"/>
                    </a:cubicBezTo>
                    <a:close/>
                  </a:path>
                  <a:path w="3571875" h="3571875" stroke="0" extrusionOk="0">
                    <a:moveTo>
                      <a:pt x="0" y="1785938"/>
                    </a:moveTo>
                    <a:cubicBezTo>
                      <a:pt x="-22549" y="785683"/>
                      <a:pt x="757491" y="15801"/>
                      <a:pt x="1785938" y="0"/>
                    </a:cubicBezTo>
                    <a:cubicBezTo>
                      <a:pt x="2928032" y="32789"/>
                      <a:pt x="3472614" y="802748"/>
                      <a:pt x="3571876" y="1785938"/>
                    </a:cubicBezTo>
                    <a:cubicBezTo>
                      <a:pt x="3499583" y="2842882"/>
                      <a:pt x="2763951" y="3617933"/>
                      <a:pt x="1785938" y="3571876"/>
                    </a:cubicBezTo>
                    <a:cubicBezTo>
                      <a:pt x="742655" y="3540724"/>
                      <a:pt x="10965" y="2777523"/>
                      <a:pt x="0" y="1785938"/>
                    </a:cubicBezTo>
                    <a:close/>
                  </a:path>
                </a:pathLst>
              </a:custGeom>
              <a:solidFill>
                <a:srgbClr val="000000">
                  <a:alpha val="0"/>
                </a:srgbClr>
              </a:solidFill>
              <a:ln w="28575" cap="rnd">
                <a:solidFill>
                  <a:schemeClr val="accent6">
                    <a:lumMod val="75000"/>
                  </a:schemeClr>
                </a:solidFill>
                <a:prstDash val="solid"/>
                <a:extLst>
                  <a:ext uri="{C807C97D-BFC1-408E-A445-0C87EB9F89A2}">
                    <ask:lineSketchStyleProps xmlns:ask="http://schemas.microsoft.com/office/drawing/2018/sketchyshapes" sd="1219033472">
                      <a:prstGeom prst="ellipse">
                        <a:avLst/>
                      </a:prstGeom>
                      <ask:type>
                        <ask:lineSketchCurved/>
                      </ask:type>
                    </ask:lineSketchStyleProps>
                  </a:ext>
                </a:extLst>
              </a:ln>
              <a:effectLst>
                <a:outerShdw blurRad="50800" dist="38100" dir="8100000" algn="tr" rotWithShape="0">
                  <a:prstClr val="black">
                    <a:alpha val="40000"/>
                  </a:prstClr>
                </a:outerShdw>
              </a:effectLst>
            </p:spPr>
            <p:txBody>
              <a:bodyPr/>
              <a:lstStyle/>
              <a:p>
                <a:endParaRPr lang="af-ZA" noProof="0" dirty="0"/>
              </a:p>
            </p:txBody>
          </p:sp>
        </p:grpSp>
        <p:sp>
          <p:nvSpPr>
            <p:cNvPr id="29" name="Shape 19">
              <a:extLst>
                <a:ext uri="{FF2B5EF4-FFF2-40B4-BE49-F238E27FC236}">
                  <a16:creationId xmlns:a16="http://schemas.microsoft.com/office/drawing/2014/main" id="{F87B717B-2867-01EA-9A6C-CE942AEAFFB6}"/>
                </a:ext>
              </a:extLst>
            </p:cNvPr>
            <p:cNvSpPr>
              <a:spLocks noChangeAspect="1"/>
            </p:cNvSpPr>
            <p:nvPr/>
          </p:nvSpPr>
          <p:spPr>
            <a:xfrm>
              <a:off x="5378411" y="815155"/>
              <a:ext cx="3571875" cy="3571875"/>
            </a:xfrm>
            <a:prstGeom prst="ellipse">
              <a:avLst/>
            </a:prstGeom>
            <a:solidFill>
              <a:srgbClr val="000000">
                <a:alpha val="0"/>
              </a:srgbClr>
            </a:solidFill>
            <a:ln w="54864" cap="rnd">
              <a:solidFill>
                <a:schemeClr val="accent6">
                  <a:lumMod val="75000"/>
                </a:schemeClr>
              </a:solidFill>
              <a:prstDash val="solid"/>
              <a:extLst>
                <a:ext uri="{C807C97D-BFC1-408E-A445-0C87EB9F89A2}">
                  <ask:lineSketchStyleProps xmlns:ask="http://schemas.microsoft.com/office/drawing/2018/sketchyshapes" sd="1219033472">
                    <a:custGeom>
                      <a:avLst/>
                      <a:gdLst>
                        <a:gd name="csX0" fmla="*/ 0 w 3571875"/>
                        <a:gd name="csY0" fmla="*/ 1785938 h 3571875"/>
                        <a:gd name="csX1" fmla="*/ 1785938 w 3571875"/>
                        <a:gd name="csY1" fmla="*/ 0 h 3571875"/>
                        <a:gd name="csX2" fmla="*/ 3571876 w 3571875"/>
                        <a:gd name="csY2" fmla="*/ 1785938 h 3571875"/>
                        <a:gd name="csX3" fmla="*/ 1785938 w 3571875"/>
                        <a:gd name="csY3" fmla="*/ 3571876 h 3571875"/>
                        <a:gd name="csX4" fmla="*/ 0 w 3571875"/>
                        <a:gd name="csY4" fmla="*/ 1785938 h 3571875"/>
                      </a:gdLst>
                      <a:ahLst/>
                      <a:cxnLst>
                        <a:cxn ang="0">
                          <a:pos x="csX0" y="csY0"/>
                        </a:cxn>
                        <a:cxn ang="0">
                          <a:pos x="csX1" y="csY1"/>
                        </a:cxn>
                        <a:cxn ang="0">
                          <a:pos x="csX2" y="csY2"/>
                        </a:cxn>
                        <a:cxn ang="0">
                          <a:pos x="csX3" y="csY3"/>
                        </a:cxn>
                        <a:cxn ang="0">
                          <a:pos x="csX4" y="csY4"/>
                        </a:cxn>
                      </a:cxnLst>
                      <a:rect l="l" t="t" r="r" b="b"/>
                      <a:pathLst>
                        <a:path w="3571875" h="3571875" fill="none" extrusionOk="0">
                          <a:moveTo>
                            <a:pt x="0" y="1785938"/>
                          </a:moveTo>
                          <a:cubicBezTo>
                            <a:pt x="142906" y="816545"/>
                            <a:pt x="813708" y="-29050"/>
                            <a:pt x="1785938" y="0"/>
                          </a:cubicBezTo>
                          <a:cubicBezTo>
                            <a:pt x="2551185" y="-33858"/>
                            <a:pt x="3450990" y="913405"/>
                            <a:pt x="3571876" y="1785938"/>
                          </a:cubicBezTo>
                          <a:cubicBezTo>
                            <a:pt x="3551081" y="2573977"/>
                            <a:pt x="2700105" y="3672184"/>
                            <a:pt x="1785938" y="3571876"/>
                          </a:cubicBezTo>
                          <a:cubicBezTo>
                            <a:pt x="1010105" y="3689730"/>
                            <a:pt x="238366" y="2829596"/>
                            <a:pt x="0" y="1785938"/>
                          </a:cubicBezTo>
                          <a:close/>
                        </a:path>
                        <a:path w="3571875" h="3571875" stroke="0" extrusionOk="0">
                          <a:moveTo>
                            <a:pt x="0" y="1785938"/>
                          </a:moveTo>
                          <a:cubicBezTo>
                            <a:pt x="-90400" y="743831"/>
                            <a:pt x="531676" y="100553"/>
                            <a:pt x="1785938" y="0"/>
                          </a:cubicBezTo>
                          <a:cubicBezTo>
                            <a:pt x="3055021" y="59523"/>
                            <a:pt x="3439604" y="803798"/>
                            <a:pt x="3571876" y="1785938"/>
                          </a:cubicBezTo>
                          <a:cubicBezTo>
                            <a:pt x="3460329" y="2881216"/>
                            <a:pt x="2733254" y="3787608"/>
                            <a:pt x="1785938" y="3571876"/>
                          </a:cubicBezTo>
                          <a:cubicBezTo>
                            <a:pt x="773408" y="3557550"/>
                            <a:pt x="266049" y="2899404"/>
                            <a:pt x="0" y="1785938"/>
                          </a:cubicBezTo>
                          <a:close/>
                        </a:path>
                      </a:pathLst>
                    </a:custGeom>
                    <ask:type>
                      <ask:lineSketchNone/>
                    </ask:type>
                  </ask:lineSketchStyleProps>
                </a:ext>
              </a:extLst>
            </a:ln>
            <a:effectLst>
              <a:outerShdw blurRad="50800" dist="38100" dir="8100000" algn="tr" rotWithShape="0">
                <a:prstClr val="black">
                  <a:alpha val="40000"/>
                </a:prstClr>
              </a:outerShdw>
            </a:effectLst>
          </p:spPr>
          <p:txBody>
            <a:bodyPr/>
            <a:lstStyle/>
            <a:p>
              <a:endParaRPr lang="af-ZA" noProof="0" dirty="0"/>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2ACE75BA-39DC-6C31-8BDA-D6F0EEBABFA1}"/>
              </a:ext>
            </a:extLst>
          </p:cNvPr>
          <p:cNvGrpSpPr/>
          <p:nvPr/>
        </p:nvGrpSpPr>
        <p:grpSpPr>
          <a:xfrm>
            <a:off x="0" y="0"/>
            <a:ext cx="9144000" cy="5143500"/>
            <a:chOff x="0" y="0"/>
            <a:chExt cx="9144000" cy="514350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5" name="Flowchart: Delay 24">
              <a:extLst>
                <a:ext uri="{FF2B5EF4-FFF2-40B4-BE49-F238E27FC236}">
                  <a16:creationId xmlns:a16="http://schemas.microsoft.com/office/drawing/2014/main" id="{C481F835-4A31-9F41-0C2A-93C5E9E6B708}"/>
                </a:ext>
              </a:extLst>
            </p:cNvPr>
            <p:cNvSpPr/>
            <p:nvPr/>
          </p:nvSpPr>
          <p:spPr>
            <a:xfrm flipH="1">
              <a:off x="4572000" y="6412"/>
              <a:ext cx="4572000" cy="5130676"/>
            </a:xfrm>
            <a:custGeom>
              <a:avLst/>
              <a:gdLst>
                <a:gd name="csX0" fmla="*/ 0 w 3686174"/>
                <a:gd name="csY0" fmla="*/ 0 h 3308605"/>
                <a:gd name="csX1" fmla="*/ 1843087 w 3686174"/>
                <a:gd name="csY1" fmla="*/ 0 h 3308605"/>
                <a:gd name="csX2" fmla="*/ 3686174 w 3686174"/>
                <a:gd name="csY2" fmla="*/ 1654303 h 3308605"/>
                <a:gd name="csX3" fmla="*/ 1843087 w 3686174"/>
                <a:gd name="csY3" fmla="*/ 3308606 h 3308605"/>
                <a:gd name="csX4" fmla="*/ 0 w 3686174"/>
                <a:gd name="csY4" fmla="*/ 3308605 h 3308605"/>
                <a:gd name="csX5" fmla="*/ 0 w 3686174"/>
                <a:gd name="csY5" fmla="*/ 0 h 3308605"/>
                <a:gd name="csX0" fmla="*/ 0 w 3693794"/>
                <a:gd name="csY0" fmla="*/ 0 h 4192526"/>
                <a:gd name="csX1" fmla="*/ 1850707 w 3693794"/>
                <a:gd name="csY1" fmla="*/ 883920 h 4192526"/>
                <a:gd name="csX2" fmla="*/ 3693794 w 3693794"/>
                <a:gd name="csY2" fmla="*/ 2538223 h 4192526"/>
                <a:gd name="csX3" fmla="*/ 1850707 w 3693794"/>
                <a:gd name="csY3" fmla="*/ 4192526 h 4192526"/>
                <a:gd name="csX4" fmla="*/ 7620 w 3693794"/>
                <a:gd name="csY4" fmla="*/ 4192525 h 4192526"/>
                <a:gd name="csX5" fmla="*/ 0 w 3693794"/>
                <a:gd name="csY5" fmla="*/ 0 h 4192526"/>
                <a:gd name="csX0" fmla="*/ 0 w 3693794"/>
                <a:gd name="csY0" fmla="*/ 0 h 5122165"/>
                <a:gd name="csX1" fmla="*/ 1850707 w 3693794"/>
                <a:gd name="csY1" fmla="*/ 883920 h 5122165"/>
                <a:gd name="csX2" fmla="*/ 3693794 w 3693794"/>
                <a:gd name="csY2" fmla="*/ 2538223 h 5122165"/>
                <a:gd name="csX3" fmla="*/ 1850707 w 3693794"/>
                <a:gd name="csY3" fmla="*/ 4192526 h 5122165"/>
                <a:gd name="csX4" fmla="*/ 0 w 3693794"/>
                <a:gd name="csY4" fmla="*/ 5122165 h 5122165"/>
                <a:gd name="csX5" fmla="*/ 0 w 3693794"/>
                <a:gd name="csY5" fmla="*/ 0 h 5122165"/>
                <a:gd name="csX0" fmla="*/ 0 w 3693794"/>
                <a:gd name="csY0" fmla="*/ 0 h 5122165"/>
                <a:gd name="csX1" fmla="*/ 1850707 w 3693794"/>
                <a:gd name="csY1" fmla="*/ 883920 h 5122165"/>
                <a:gd name="csX2" fmla="*/ 3693794 w 3693794"/>
                <a:gd name="csY2" fmla="*/ 2538223 h 5122165"/>
                <a:gd name="csX3" fmla="*/ 1850707 w 3693794"/>
                <a:gd name="csY3" fmla="*/ 4649726 h 5122165"/>
                <a:gd name="csX4" fmla="*/ 0 w 3693794"/>
                <a:gd name="csY4" fmla="*/ 5122165 h 5122165"/>
                <a:gd name="csX5" fmla="*/ 0 w 3693794"/>
                <a:gd name="csY5" fmla="*/ 0 h 5122165"/>
                <a:gd name="csX0" fmla="*/ 0 w 3694109"/>
                <a:gd name="csY0" fmla="*/ 0 h 5122165"/>
                <a:gd name="csX1" fmla="*/ 1850707 w 3694109"/>
                <a:gd name="csY1" fmla="*/ 883920 h 5122165"/>
                <a:gd name="csX2" fmla="*/ 3693794 w 3694109"/>
                <a:gd name="csY2" fmla="*/ 2538223 h 5122165"/>
                <a:gd name="csX3" fmla="*/ 1957387 w 3694109"/>
                <a:gd name="csY3" fmla="*/ 4718306 h 5122165"/>
                <a:gd name="csX4" fmla="*/ 0 w 3694109"/>
                <a:gd name="csY4" fmla="*/ 5122165 h 5122165"/>
                <a:gd name="csX5" fmla="*/ 0 w 3694109"/>
                <a:gd name="csY5" fmla="*/ 0 h 5122165"/>
                <a:gd name="csX0" fmla="*/ 0 w 3694286"/>
                <a:gd name="csY0" fmla="*/ 0 h 5122165"/>
                <a:gd name="csX1" fmla="*/ 1850707 w 3694286"/>
                <a:gd name="csY1" fmla="*/ 883920 h 5122165"/>
                <a:gd name="csX2" fmla="*/ 3693794 w 3694286"/>
                <a:gd name="csY2" fmla="*/ 2538223 h 5122165"/>
                <a:gd name="csX3" fmla="*/ 1957387 w 3694286"/>
                <a:gd name="csY3" fmla="*/ 4718306 h 5122165"/>
                <a:gd name="csX4" fmla="*/ 0 w 3694286"/>
                <a:gd name="csY4" fmla="*/ 5122165 h 5122165"/>
                <a:gd name="csX5" fmla="*/ 0 w 3694286"/>
                <a:gd name="csY5" fmla="*/ 0 h 5122165"/>
                <a:gd name="csX0" fmla="*/ 0 w 3694286"/>
                <a:gd name="csY0" fmla="*/ 0 h 5123708"/>
                <a:gd name="csX1" fmla="*/ 1850707 w 3694286"/>
                <a:gd name="csY1" fmla="*/ 883920 h 5123708"/>
                <a:gd name="csX2" fmla="*/ 3693794 w 3694286"/>
                <a:gd name="csY2" fmla="*/ 2538223 h 5123708"/>
                <a:gd name="csX3" fmla="*/ 1957387 w 3694286"/>
                <a:gd name="csY3" fmla="*/ 4718306 h 5123708"/>
                <a:gd name="csX4" fmla="*/ 0 w 3694286"/>
                <a:gd name="csY4" fmla="*/ 5122165 h 5123708"/>
                <a:gd name="csX5" fmla="*/ 0 w 3694286"/>
                <a:gd name="csY5" fmla="*/ 0 h 5123708"/>
                <a:gd name="csX0" fmla="*/ 0 w 3694286"/>
                <a:gd name="csY0" fmla="*/ 0 h 5130676"/>
                <a:gd name="csX1" fmla="*/ 1850707 w 3694286"/>
                <a:gd name="csY1" fmla="*/ 883920 h 5130676"/>
                <a:gd name="csX2" fmla="*/ 3693794 w 3694286"/>
                <a:gd name="csY2" fmla="*/ 2538223 h 5130676"/>
                <a:gd name="csX3" fmla="*/ 1957387 w 3694286"/>
                <a:gd name="csY3" fmla="*/ 4718306 h 5130676"/>
                <a:gd name="csX4" fmla="*/ 0 w 3694286"/>
                <a:gd name="csY4" fmla="*/ 5122165 h 5130676"/>
                <a:gd name="csX5" fmla="*/ 0 w 3694286"/>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489 h 5131165"/>
                <a:gd name="csX1" fmla="*/ 1827847 w 3694507"/>
                <a:gd name="csY1" fmla="*/ 244329 h 5131165"/>
                <a:gd name="csX2" fmla="*/ 3693794 w 3694507"/>
                <a:gd name="csY2" fmla="*/ 2538712 h 5131165"/>
                <a:gd name="csX3" fmla="*/ 1957387 w 3694507"/>
                <a:gd name="csY3" fmla="*/ 4718795 h 5131165"/>
                <a:gd name="csX4" fmla="*/ 0 w 3694507"/>
                <a:gd name="csY4" fmla="*/ 5122654 h 5131165"/>
                <a:gd name="csX5" fmla="*/ 0 w 3694507"/>
                <a:gd name="csY5" fmla="*/ 489 h 5131165"/>
                <a:gd name="csX0" fmla="*/ 0 w 3694507"/>
                <a:gd name="csY0" fmla="*/ 0 h 5130676"/>
                <a:gd name="csX1" fmla="*/ 1827847 w 3694507"/>
                <a:gd name="csY1" fmla="*/ 24384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24384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Lst>
              <a:ahLst/>
              <a:cxnLst>
                <a:cxn ang="0">
                  <a:pos x="csX0" y="csY0"/>
                </a:cxn>
                <a:cxn ang="0">
                  <a:pos x="csX1" y="csY1"/>
                </a:cxn>
                <a:cxn ang="0">
                  <a:pos x="csX2" y="csY2"/>
                </a:cxn>
                <a:cxn ang="0">
                  <a:pos x="csX3" y="csY3"/>
                </a:cxn>
                <a:cxn ang="0">
                  <a:pos x="csX4" y="csY4"/>
                </a:cxn>
                <a:cxn ang="0">
                  <a:pos x="csX5" y="csY5"/>
                </a:cxn>
              </a:cxnLst>
              <a:rect l="l" t="t" r="r" b="b"/>
              <a:pathLst>
                <a:path w="3694507" h="5130676">
                  <a:moveTo>
                    <a:pt x="0" y="0"/>
                  </a:moveTo>
                  <a:cubicBezTo>
                    <a:pt x="614362" y="0"/>
                    <a:pt x="1079482" y="38100"/>
                    <a:pt x="1827847" y="243840"/>
                  </a:cubicBezTo>
                  <a:cubicBezTo>
                    <a:pt x="3183961" y="617220"/>
                    <a:pt x="3672204" y="1792479"/>
                    <a:pt x="3693794" y="2538223"/>
                  </a:cubicBezTo>
                  <a:cubicBezTo>
                    <a:pt x="3715384" y="3283967"/>
                    <a:pt x="3249616" y="4169666"/>
                    <a:pt x="1957387" y="4718306"/>
                  </a:cubicBezTo>
                  <a:cubicBezTo>
                    <a:pt x="1015365" y="5142486"/>
                    <a:pt x="378142" y="5147565"/>
                    <a:pt x="0" y="5122165"/>
                  </a:cubicBezTo>
                  <a:lnTo>
                    <a:pt x="0" y="0"/>
                  </a:lnTo>
                  <a:close/>
                </a:path>
              </a:pathLst>
            </a:custGeom>
            <a:solidFill>
              <a:schemeClr val="bg1"/>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grpSp>
      <p:grpSp>
        <p:nvGrpSpPr>
          <p:cNvPr id="50" name="Group 49">
            <a:extLst>
              <a:ext uri="{FF2B5EF4-FFF2-40B4-BE49-F238E27FC236}">
                <a16:creationId xmlns:a16="http://schemas.microsoft.com/office/drawing/2014/main" id="{2EC64597-45D5-6B5B-1B1C-2370AB50492F}"/>
              </a:ext>
            </a:extLst>
          </p:cNvPr>
          <p:cNvGrpSpPr/>
          <p:nvPr/>
        </p:nvGrpSpPr>
        <p:grpSpPr>
          <a:xfrm>
            <a:off x="0" y="6412"/>
            <a:ext cx="4572000" cy="5130676"/>
            <a:chOff x="4572000" y="6412"/>
            <a:chExt cx="4572000" cy="5130676"/>
          </a:xfrm>
        </p:grpSpPr>
        <p:sp>
          <p:nvSpPr>
            <p:cNvPr id="44" name="Flowchart: Delay 24">
              <a:extLst>
                <a:ext uri="{FF2B5EF4-FFF2-40B4-BE49-F238E27FC236}">
                  <a16:creationId xmlns:a16="http://schemas.microsoft.com/office/drawing/2014/main" id="{DD4E733E-01E8-B3D7-CAF8-ECDA626BEA79}"/>
                </a:ext>
              </a:extLst>
            </p:cNvPr>
            <p:cNvSpPr/>
            <p:nvPr/>
          </p:nvSpPr>
          <p:spPr>
            <a:xfrm>
              <a:off x="4572000" y="6412"/>
              <a:ext cx="4572000" cy="5130676"/>
            </a:xfrm>
            <a:custGeom>
              <a:avLst/>
              <a:gdLst>
                <a:gd name="csX0" fmla="*/ 0 w 3686174"/>
                <a:gd name="csY0" fmla="*/ 0 h 3308605"/>
                <a:gd name="csX1" fmla="*/ 1843087 w 3686174"/>
                <a:gd name="csY1" fmla="*/ 0 h 3308605"/>
                <a:gd name="csX2" fmla="*/ 3686174 w 3686174"/>
                <a:gd name="csY2" fmla="*/ 1654303 h 3308605"/>
                <a:gd name="csX3" fmla="*/ 1843087 w 3686174"/>
                <a:gd name="csY3" fmla="*/ 3308606 h 3308605"/>
                <a:gd name="csX4" fmla="*/ 0 w 3686174"/>
                <a:gd name="csY4" fmla="*/ 3308605 h 3308605"/>
                <a:gd name="csX5" fmla="*/ 0 w 3686174"/>
                <a:gd name="csY5" fmla="*/ 0 h 3308605"/>
                <a:gd name="csX0" fmla="*/ 0 w 3693794"/>
                <a:gd name="csY0" fmla="*/ 0 h 4192526"/>
                <a:gd name="csX1" fmla="*/ 1850707 w 3693794"/>
                <a:gd name="csY1" fmla="*/ 883920 h 4192526"/>
                <a:gd name="csX2" fmla="*/ 3693794 w 3693794"/>
                <a:gd name="csY2" fmla="*/ 2538223 h 4192526"/>
                <a:gd name="csX3" fmla="*/ 1850707 w 3693794"/>
                <a:gd name="csY3" fmla="*/ 4192526 h 4192526"/>
                <a:gd name="csX4" fmla="*/ 7620 w 3693794"/>
                <a:gd name="csY4" fmla="*/ 4192525 h 4192526"/>
                <a:gd name="csX5" fmla="*/ 0 w 3693794"/>
                <a:gd name="csY5" fmla="*/ 0 h 4192526"/>
                <a:gd name="csX0" fmla="*/ 0 w 3693794"/>
                <a:gd name="csY0" fmla="*/ 0 h 5122165"/>
                <a:gd name="csX1" fmla="*/ 1850707 w 3693794"/>
                <a:gd name="csY1" fmla="*/ 883920 h 5122165"/>
                <a:gd name="csX2" fmla="*/ 3693794 w 3693794"/>
                <a:gd name="csY2" fmla="*/ 2538223 h 5122165"/>
                <a:gd name="csX3" fmla="*/ 1850707 w 3693794"/>
                <a:gd name="csY3" fmla="*/ 4192526 h 5122165"/>
                <a:gd name="csX4" fmla="*/ 0 w 3693794"/>
                <a:gd name="csY4" fmla="*/ 5122165 h 5122165"/>
                <a:gd name="csX5" fmla="*/ 0 w 3693794"/>
                <a:gd name="csY5" fmla="*/ 0 h 5122165"/>
                <a:gd name="csX0" fmla="*/ 0 w 3693794"/>
                <a:gd name="csY0" fmla="*/ 0 h 5122165"/>
                <a:gd name="csX1" fmla="*/ 1850707 w 3693794"/>
                <a:gd name="csY1" fmla="*/ 883920 h 5122165"/>
                <a:gd name="csX2" fmla="*/ 3693794 w 3693794"/>
                <a:gd name="csY2" fmla="*/ 2538223 h 5122165"/>
                <a:gd name="csX3" fmla="*/ 1850707 w 3693794"/>
                <a:gd name="csY3" fmla="*/ 4649726 h 5122165"/>
                <a:gd name="csX4" fmla="*/ 0 w 3693794"/>
                <a:gd name="csY4" fmla="*/ 5122165 h 5122165"/>
                <a:gd name="csX5" fmla="*/ 0 w 3693794"/>
                <a:gd name="csY5" fmla="*/ 0 h 5122165"/>
                <a:gd name="csX0" fmla="*/ 0 w 3694109"/>
                <a:gd name="csY0" fmla="*/ 0 h 5122165"/>
                <a:gd name="csX1" fmla="*/ 1850707 w 3694109"/>
                <a:gd name="csY1" fmla="*/ 883920 h 5122165"/>
                <a:gd name="csX2" fmla="*/ 3693794 w 3694109"/>
                <a:gd name="csY2" fmla="*/ 2538223 h 5122165"/>
                <a:gd name="csX3" fmla="*/ 1957387 w 3694109"/>
                <a:gd name="csY3" fmla="*/ 4718306 h 5122165"/>
                <a:gd name="csX4" fmla="*/ 0 w 3694109"/>
                <a:gd name="csY4" fmla="*/ 5122165 h 5122165"/>
                <a:gd name="csX5" fmla="*/ 0 w 3694109"/>
                <a:gd name="csY5" fmla="*/ 0 h 5122165"/>
                <a:gd name="csX0" fmla="*/ 0 w 3694286"/>
                <a:gd name="csY0" fmla="*/ 0 h 5122165"/>
                <a:gd name="csX1" fmla="*/ 1850707 w 3694286"/>
                <a:gd name="csY1" fmla="*/ 883920 h 5122165"/>
                <a:gd name="csX2" fmla="*/ 3693794 w 3694286"/>
                <a:gd name="csY2" fmla="*/ 2538223 h 5122165"/>
                <a:gd name="csX3" fmla="*/ 1957387 w 3694286"/>
                <a:gd name="csY3" fmla="*/ 4718306 h 5122165"/>
                <a:gd name="csX4" fmla="*/ 0 w 3694286"/>
                <a:gd name="csY4" fmla="*/ 5122165 h 5122165"/>
                <a:gd name="csX5" fmla="*/ 0 w 3694286"/>
                <a:gd name="csY5" fmla="*/ 0 h 5122165"/>
                <a:gd name="csX0" fmla="*/ 0 w 3694286"/>
                <a:gd name="csY0" fmla="*/ 0 h 5123708"/>
                <a:gd name="csX1" fmla="*/ 1850707 w 3694286"/>
                <a:gd name="csY1" fmla="*/ 883920 h 5123708"/>
                <a:gd name="csX2" fmla="*/ 3693794 w 3694286"/>
                <a:gd name="csY2" fmla="*/ 2538223 h 5123708"/>
                <a:gd name="csX3" fmla="*/ 1957387 w 3694286"/>
                <a:gd name="csY3" fmla="*/ 4718306 h 5123708"/>
                <a:gd name="csX4" fmla="*/ 0 w 3694286"/>
                <a:gd name="csY4" fmla="*/ 5122165 h 5123708"/>
                <a:gd name="csX5" fmla="*/ 0 w 3694286"/>
                <a:gd name="csY5" fmla="*/ 0 h 5123708"/>
                <a:gd name="csX0" fmla="*/ 0 w 3694286"/>
                <a:gd name="csY0" fmla="*/ 0 h 5130676"/>
                <a:gd name="csX1" fmla="*/ 1850707 w 3694286"/>
                <a:gd name="csY1" fmla="*/ 883920 h 5130676"/>
                <a:gd name="csX2" fmla="*/ 3693794 w 3694286"/>
                <a:gd name="csY2" fmla="*/ 2538223 h 5130676"/>
                <a:gd name="csX3" fmla="*/ 1957387 w 3694286"/>
                <a:gd name="csY3" fmla="*/ 4718306 h 5130676"/>
                <a:gd name="csX4" fmla="*/ 0 w 3694286"/>
                <a:gd name="csY4" fmla="*/ 5122165 h 5130676"/>
                <a:gd name="csX5" fmla="*/ 0 w 3694286"/>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Lst>
              <a:ahLst/>
              <a:cxnLst>
                <a:cxn ang="0">
                  <a:pos x="csX0" y="csY0"/>
                </a:cxn>
                <a:cxn ang="0">
                  <a:pos x="csX1" y="csY1"/>
                </a:cxn>
                <a:cxn ang="0">
                  <a:pos x="csX2" y="csY2"/>
                </a:cxn>
                <a:cxn ang="0">
                  <a:pos x="csX3" y="csY3"/>
                </a:cxn>
                <a:cxn ang="0">
                  <a:pos x="csX4" y="csY4"/>
                </a:cxn>
                <a:cxn ang="0">
                  <a:pos x="csX5" y="csY5"/>
                </a:cxn>
              </a:cxnLst>
              <a:rect l="l" t="t" r="r" b="b"/>
              <a:pathLst>
                <a:path w="3694507" h="5130676">
                  <a:moveTo>
                    <a:pt x="0" y="0"/>
                  </a:moveTo>
                  <a:cubicBezTo>
                    <a:pt x="614362" y="0"/>
                    <a:pt x="1221105" y="83820"/>
                    <a:pt x="1827847" y="350520"/>
                  </a:cubicBezTo>
                  <a:cubicBezTo>
                    <a:pt x="3196276" y="952500"/>
                    <a:pt x="3672204" y="1810259"/>
                    <a:pt x="3693794" y="2538223"/>
                  </a:cubicBezTo>
                  <a:cubicBezTo>
                    <a:pt x="3715384" y="3266187"/>
                    <a:pt x="3249616" y="4169666"/>
                    <a:pt x="1957387" y="4718306"/>
                  </a:cubicBezTo>
                  <a:cubicBezTo>
                    <a:pt x="1015365" y="5142486"/>
                    <a:pt x="378142" y="5147565"/>
                    <a:pt x="0" y="5122165"/>
                  </a:cubicBezTo>
                  <a:lnTo>
                    <a:pt x="0" y="0"/>
                  </a:lnTo>
                  <a:close/>
                </a:path>
              </a:pathLst>
            </a:custGeom>
            <a:solidFill>
              <a:srgbClr val="E4F0DC"/>
            </a:solidFill>
            <a:ln w="19050">
              <a:solidFill>
                <a:srgbClr val="E4F0D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grpSp>
          <p:nvGrpSpPr>
            <p:cNvPr id="45" name="Group 44">
              <a:extLst>
                <a:ext uri="{FF2B5EF4-FFF2-40B4-BE49-F238E27FC236}">
                  <a16:creationId xmlns:a16="http://schemas.microsoft.com/office/drawing/2014/main" id="{EA04008A-742D-1788-0443-C19DF803FE29}"/>
                </a:ext>
              </a:extLst>
            </p:cNvPr>
            <p:cNvGrpSpPr/>
            <p:nvPr/>
          </p:nvGrpSpPr>
          <p:grpSpPr>
            <a:xfrm>
              <a:off x="4763337" y="786457"/>
              <a:ext cx="3572352" cy="3611956"/>
              <a:chOff x="5239346" y="799630"/>
              <a:chExt cx="3572352" cy="3611956"/>
            </a:xfrm>
          </p:grpSpPr>
          <p:grpSp>
            <p:nvGrpSpPr>
              <p:cNvPr id="46" name="Group 45">
                <a:extLst>
                  <a:ext uri="{FF2B5EF4-FFF2-40B4-BE49-F238E27FC236}">
                    <a16:creationId xmlns:a16="http://schemas.microsoft.com/office/drawing/2014/main" id="{E3D8FE0E-8D30-53BC-9791-2E9232147F04}"/>
                  </a:ext>
                </a:extLst>
              </p:cNvPr>
              <p:cNvGrpSpPr/>
              <p:nvPr/>
            </p:nvGrpSpPr>
            <p:grpSpPr>
              <a:xfrm>
                <a:off x="5239346" y="799630"/>
                <a:ext cx="3572352" cy="3586448"/>
                <a:chOff x="5090159" y="460817"/>
                <a:chExt cx="3572352" cy="3586448"/>
              </a:xfrm>
            </p:grpSpPr>
            <p:pic>
              <p:nvPicPr>
                <p:cNvPr id="48" name="Image 1">
                  <a:extLst>
                    <a:ext uri="{FF2B5EF4-FFF2-40B4-BE49-F238E27FC236}">
                      <a16:creationId xmlns:a16="http://schemas.microsoft.com/office/drawing/2014/main" id="{541C4807-4C2C-1C39-93C1-9C78B657CF01}"/>
                    </a:ext>
                  </a:extLst>
                </p:cNvPr>
                <p:cNvPicPr>
                  <a:picLocks noChangeAspect="1"/>
                </p:cNvPicPr>
                <p:nvPr/>
              </p:nvPicPr>
              <p:blipFill>
                <a:blip r:embed="rId4"/>
                <a:srcRect l="21176" r="21176"/>
                <a:stretch/>
              </p:blipFill>
              <p:spPr>
                <a:xfrm>
                  <a:off x="5090635" y="474553"/>
                  <a:ext cx="3571875" cy="3571875"/>
                </a:xfrm>
                <a:prstGeom prst="flowChartConnector">
                  <a:avLst/>
                </a:prstGeom>
              </p:spPr>
            </p:pic>
            <p:sp>
              <p:nvSpPr>
                <p:cNvPr id="49" name="Shape 19">
                  <a:extLst>
                    <a:ext uri="{FF2B5EF4-FFF2-40B4-BE49-F238E27FC236}">
                      <a16:creationId xmlns:a16="http://schemas.microsoft.com/office/drawing/2014/main" id="{1B4F51FD-226C-0B13-6D76-FB07AEBF5379}"/>
                    </a:ext>
                  </a:extLst>
                </p:cNvPr>
                <p:cNvSpPr>
                  <a:spLocks noChangeAspect="1"/>
                </p:cNvSpPr>
                <p:nvPr/>
              </p:nvSpPr>
              <p:spPr>
                <a:xfrm>
                  <a:off x="5090159" y="460817"/>
                  <a:ext cx="3572352" cy="3586448"/>
                </a:xfrm>
                <a:custGeom>
                  <a:avLst/>
                  <a:gdLst>
                    <a:gd name="csX0" fmla="*/ 476 w 3572352"/>
                    <a:gd name="csY0" fmla="*/ 1793679 h 3586448"/>
                    <a:gd name="csX1" fmla="*/ 1786414 w 3572352"/>
                    <a:gd name="csY1" fmla="*/ 7741 h 3586448"/>
                    <a:gd name="csX2" fmla="*/ 3572352 w 3572352"/>
                    <a:gd name="csY2" fmla="*/ 1793679 h 3586448"/>
                    <a:gd name="csX3" fmla="*/ 1786414 w 3572352"/>
                    <a:gd name="csY3" fmla="*/ 3579617 h 3586448"/>
                    <a:gd name="csX4" fmla="*/ 476 w 3572352"/>
                    <a:gd name="csY4" fmla="*/ 1793679 h 3586448"/>
                    <a:gd name="csX0" fmla="*/ 476 w 3572352"/>
                    <a:gd name="csY0" fmla="*/ 1793679 h 3586448"/>
                    <a:gd name="csX1" fmla="*/ 1786414 w 3572352"/>
                    <a:gd name="csY1" fmla="*/ 7741 h 3586448"/>
                    <a:gd name="csX2" fmla="*/ 3557112 w 3572352"/>
                    <a:gd name="csY2" fmla="*/ 2014659 h 3586448"/>
                    <a:gd name="csX3" fmla="*/ 1786414 w 3572352"/>
                    <a:gd name="csY3" fmla="*/ 3579617 h 3586448"/>
                    <a:gd name="csX4" fmla="*/ 476 w 3572352"/>
                    <a:gd name="csY4" fmla="*/ 1793679 h 3586448"/>
                  </a:gdLst>
                  <a:ahLst/>
                  <a:cxnLst>
                    <a:cxn ang="0">
                      <a:pos x="csX0" y="csY0"/>
                    </a:cxn>
                    <a:cxn ang="0">
                      <a:pos x="csX1" y="csY1"/>
                    </a:cxn>
                    <a:cxn ang="0">
                      <a:pos x="csX2" y="csY2"/>
                    </a:cxn>
                    <a:cxn ang="0">
                      <a:pos x="csX3" y="csY3"/>
                    </a:cxn>
                    <a:cxn ang="0">
                      <a:pos x="csX4" y="csY4"/>
                    </a:cxn>
                  </a:cxnLst>
                  <a:rect l="l" t="t" r="r" b="b"/>
                  <a:pathLst>
                    <a:path w="3572352" h="3586448" fill="none" extrusionOk="0">
                      <a:moveTo>
                        <a:pt x="476" y="1793679"/>
                      </a:moveTo>
                      <a:cubicBezTo>
                        <a:pt x="242574" y="836053"/>
                        <a:pt x="884546" y="-166114"/>
                        <a:pt x="1786414" y="7741"/>
                      </a:cubicBezTo>
                      <a:cubicBezTo>
                        <a:pt x="2522223" y="-30625"/>
                        <a:pt x="3390101" y="978920"/>
                        <a:pt x="3572352" y="1793679"/>
                      </a:cubicBezTo>
                      <a:cubicBezTo>
                        <a:pt x="3551814" y="2584165"/>
                        <a:pt x="2683671" y="3703425"/>
                        <a:pt x="1786414" y="3579617"/>
                      </a:cubicBezTo>
                      <a:cubicBezTo>
                        <a:pt x="1036124" y="3711771"/>
                        <a:pt x="184393" y="2824245"/>
                        <a:pt x="476" y="1793679"/>
                      </a:cubicBezTo>
                      <a:close/>
                    </a:path>
                    <a:path w="3572352" h="3586448" stroke="0" extrusionOk="0">
                      <a:moveTo>
                        <a:pt x="476" y="1793679"/>
                      </a:moveTo>
                      <a:cubicBezTo>
                        <a:pt x="-51144" y="788722"/>
                        <a:pt x="916483" y="153179"/>
                        <a:pt x="1786414" y="7741"/>
                      </a:cubicBezTo>
                      <a:cubicBezTo>
                        <a:pt x="2938948" y="56070"/>
                        <a:pt x="3468262" y="1139309"/>
                        <a:pt x="3557112" y="2014659"/>
                      </a:cubicBezTo>
                      <a:cubicBezTo>
                        <a:pt x="3533448" y="3146509"/>
                        <a:pt x="2819034" y="3692564"/>
                        <a:pt x="1786414" y="3579617"/>
                      </a:cubicBezTo>
                      <a:cubicBezTo>
                        <a:pt x="846612" y="3457862"/>
                        <a:pt x="47692" y="2614751"/>
                        <a:pt x="476" y="1793679"/>
                      </a:cubicBezTo>
                      <a:close/>
                    </a:path>
                    <a:path w="3572352" h="3586448" fill="none" stroke="0" extrusionOk="0">
                      <a:moveTo>
                        <a:pt x="476" y="1793679"/>
                      </a:moveTo>
                      <a:cubicBezTo>
                        <a:pt x="132138" y="793704"/>
                        <a:pt x="825819" y="-85395"/>
                        <a:pt x="1786414" y="7741"/>
                      </a:cubicBezTo>
                      <a:cubicBezTo>
                        <a:pt x="2702983" y="623"/>
                        <a:pt x="3397022" y="919586"/>
                        <a:pt x="3572352" y="1793679"/>
                      </a:cubicBezTo>
                      <a:cubicBezTo>
                        <a:pt x="3553122" y="2767120"/>
                        <a:pt x="2719811" y="3663579"/>
                        <a:pt x="1786414" y="3579617"/>
                      </a:cubicBezTo>
                      <a:cubicBezTo>
                        <a:pt x="844255" y="3605886"/>
                        <a:pt x="322685" y="2894993"/>
                        <a:pt x="476" y="1793679"/>
                      </a:cubicBezTo>
                      <a:close/>
                    </a:path>
                  </a:pathLst>
                </a:custGeom>
                <a:solidFill>
                  <a:srgbClr val="000000">
                    <a:alpha val="0"/>
                  </a:srgbClr>
                </a:solidFill>
                <a:ln w="28575" cap="rnd">
                  <a:solidFill>
                    <a:srgbClr val="8EC26A"/>
                  </a:solidFill>
                  <a:prstDash val="solid"/>
                  <a:extLst>
                    <a:ext uri="{C807C97D-BFC1-408E-A445-0C87EB9F89A2}">
                      <ask:lineSketchStyleProps xmlns:ask="http://schemas.microsoft.com/office/drawing/2018/sketchyshapes" sd="1219033472">
                        <a:custGeom>
                          <a:avLst/>
                          <a:gdLst>
                            <a:gd name="csX0" fmla="*/ 0 w 3571875"/>
                            <a:gd name="csY0" fmla="*/ 1785938 h 3571875"/>
                            <a:gd name="csX1" fmla="*/ 1785938 w 3571875"/>
                            <a:gd name="csY1" fmla="*/ 0 h 3571875"/>
                            <a:gd name="csX2" fmla="*/ 3571876 w 3571875"/>
                            <a:gd name="csY2" fmla="*/ 1785938 h 3571875"/>
                            <a:gd name="csX3" fmla="*/ 1785938 w 3571875"/>
                            <a:gd name="csY3" fmla="*/ 3571876 h 3571875"/>
                            <a:gd name="csX4" fmla="*/ 0 w 3571875"/>
                            <a:gd name="csY4" fmla="*/ 1785938 h 3571875"/>
                            <a:gd name="csX0" fmla="*/ 476 w 3572352"/>
                            <a:gd name="csY0" fmla="*/ 1793679 h 3586448"/>
                            <a:gd name="csX1" fmla="*/ 1786414 w 3572352"/>
                            <a:gd name="csY1" fmla="*/ 7741 h 3586448"/>
                            <a:gd name="csX2" fmla="*/ 3572352 w 3572352"/>
                            <a:gd name="csY2" fmla="*/ 1793679 h 3586448"/>
                            <a:gd name="csX3" fmla="*/ 1786414 w 3572352"/>
                            <a:gd name="csY3" fmla="*/ 3579617 h 3586448"/>
                            <a:gd name="csX4" fmla="*/ 476 w 3572352"/>
                            <a:gd name="csY4" fmla="*/ 1793679 h 3586448"/>
                            <a:gd name="csX0" fmla="*/ 476 w 3572352"/>
                            <a:gd name="csY0" fmla="*/ 1793679 h 3586448"/>
                            <a:gd name="csX1" fmla="*/ 1786414 w 3572352"/>
                            <a:gd name="csY1" fmla="*/ 7741 h 3586448"/>
                            <a:gd name="csX2" fmla="*/ 3557112 w 3572352"/>
                            <a:gd name="csY2" fmla="*/ 2014659 h 3586448"/>
                            <a:gd name="csX3" fmla="*/ 1786414 w 3572352"/>
                            <a:gd name="csY3" fmla="*/ 3579617 h 3586448"/>
                            <a:gd name="csX4" fmla="*/ 476 w 3572352"/>
                            <a:gd name="csY4" fmla="*/ 1793679 h 3586448"/>
                          </a:gdLst>
                          <a:ahLst/>
                          <a:cxnLst>
                            <a:cxn ang="0">
                              <a:pos x="csX0" y="csY0"/>
                            </a:cxn>
                            <a:cxn ang="0">
                              <a:pos x="csX1" y="csY1"/>
                            </a:cxn>
                            <a:cxn ang="0">
                              <a:pos x="csX2" y="csY2"/>
                            </a:cxn>
                            <a:cxn ang="0">
                              <a:pos x="csX3" y="csY3"/>
                            </a:cxn>
                            <a:cxn ang="0">
                              <a:pos x="csX4" y="csY4"/>
                            </a:cxn>
                          </a:cxnLst>
                          <a:rect l="l" t="t" r="r" b="b"/>
                          <a:pathLst>
                            <a:path w="3572352" h="3586448" fill="none" extrusionOk="0">
                              <a:moveTo>
                                <a:pt x="476" y="1793679"/>
                              </a:moveTo>
                              <a:cubicBezTo>
                                <a:pt x="190848" y="829917"/>
                                <a:pt x="849674" y="-94348"/>
                                <a:pt x="1786414" y="7741"/>
                              </a:cubicBezTo>
                              <a:cubicBezTo>
                                <a:pt x="2640817" y="-12464"/>
                                <a:pt x="3455083" y="917740"/>
                                <a:pt x="3572352" y="1793679"/>
                              </a:cubicBezTo>
                              <a:cubicBezTo>
                                <a:pt x="3569338" y="2751284"/>
                                <a:pt x="2722319" y="3649716"/>
                                <a:pt x="1786414" y="3579617"/>
                              </a:cubicBezTo>
                              <a:cubicBezTo>
                                <a:pt x="964613" y="3671736"/>
                                <a:pt x="164716" y="2819514"/>
                                <a:pt x="476" y="1793679"/>
                              </a:cubicBezTo>
                              <a:close/>
                            </a:path>
                            <a:path w="3572352" h="3586448" stroke="0" extrusionOk="0">
                              <a:moveTo>
                                <a:pt x="476" y="1793679"/>
                              </a:moveTo>
                              <a:cubicBezTo>
                                <a:pt x="-22073" y="793424"/>
                                <a:pt x="757967" y="23542"/>
                                <a:pt x="1786414" y="7741"/>
                              </a:cubicBezTo>
                              <a:cubicBezTo>
                                <a:pt x="2928508" y="40530"/>
                                <a:pt x="3457850" y="1031469"/>
                                <a:pt x="3557112" y="2014659"/>
                              </a:cubicBezTo>
                              <a:cubicBezTo>
                                <a:pt x="3484819" y="3071603"/>
                                <a:pt x="2764427" y="3625674"/>
                                <a:pt x="1786414" y="3579617"/>
                              </a:cubicBezTo>
                              <a:cubicBezTo>
                                <a:pt x="743131" y="3548465"/>
                                <a:pt x="11441" y="2785264"/>
                                <a:pt x="476" y="1793679"/>
                              </a:cubicBezTo>
                              <a:close/>
                            </a:path>
                          </a:pathLst>
                        </a:custGeom>
                        <ask:type>
                          <ask:lineSketchCurved/>
                        </ask:type>
                      </ask:lineSketchStyleProps>
                    </a:ext>
                  </a:extLst>
                </a:ln>
              </p:spPr>
              <p:txBody>
                <a:bodyPr/>
                <a:lstStyle/>
                <a:p>
                  <a:endParaRPr lang="af-ZA" noProof="0" dirty="0"/>
                </a:p>
              </p:txBody>
            </p:sp>
          </p:grpSp>
          <p:sp>
            <p:nvSpPr>
              <p:cNvPr id="47" name="Shape 19">
                <a:extLst>
                  <a:ext uri="{FF2B5EF4-FFF2-40B4-BE49-F238E27FC236}">
                    <a16:creationId xmlns:a16="http://schemas.microsoft.com/office/drawing/2014/main" id="{B4FEA171-32AB-5E6F-A5E9-ED48D06F39B4}"/>
                  </a:ext>
                </a:extLst>
              </p:cNvPr>
              <p:cNvSpPr>
                <a:spLocks noChangeAspect="1"/>
              </p:cNvSpPr>
              <p:nvPr/>
            </p:nvSpPr>
            <p:spPr>
              <a:xfrm>
                <a:off x="5239821" y="839711"/>
                <a:ext cx="3571875" cy="3571875"/>
              </a:xfrm>
              <a:prstGeom prst="ellipse">
                <a:avLst/>
              </a:prstGeom>
              <a:solidFill>
                <a:srgbClr val="000000">
                  <a:alpha val="0"/>
                </a:srgbClr>
              </a:solidFill>
              <a:ln w="54864" cap="rnd">
                <a:solidFill>
                  <a:srgbClr val="8EC26A"/>
                </a:solidFill>
                <a:prstDash val="solid"/>
                <a:extLst>
                  <a:ext uri="{C807C97D-BFC1-408E-A445-0C87EB9F89A2}">
                    <ask:lineSketchStyleProps xmlns:ask="http://schemas.microsoft.com/office/drawing/2018/sketchyshapes" sd="1219033472">
                      <a:custGeom>
                        <a:avLst/>
                        <a:gdLst>
                          <a:gd name="csX0" fmla="*/ 0 w 3571875"/>
                          <a:gd name="csY0" fmla="*/ 1785938 h 3571875"/>
                          <a:gd name="csX1" fmla="*/ 1785938 w 3571875"/>
                          <a:gd name="csY1" fmla="*/ 0 h 3571875"/>
                          <a:gd name="csX2" fmla="*/ 3571876 w 3571875"/>
                          <a:gd name="csY2" fmla="*/ 1785938 h 3571875"/>
                          <a:gd name="csX3" fmla="*/ 1785938 w 3571875"/>
                          <a:gd name="csY3" fmla="*/ 3571876 h 3571875"/>
                          <a:gd name="csX4" fmla="*/ 0 w 3571875"/>
                          <a:gd name="csY4" fmla="*/ 1785938 h 3571875"/>
                        </a:gdLst>
                        <a:ahLst/>
                        <a:cxnLst>
                          <a:cxn ang="0">
                            <a:pos x="csX0" y="csY0"/>
                          </a:cxn>
                          <a:cxn ang="0">
                            <a:pos x="csX1" y="csY1"/>
                          </a:cxn>
                          <a:cxn ang="0">
                            <a:pos x="csX2" y="csY2"/>
                          </a:cxn>
                          <a:cxn ang="0">
                            <a:pos x="csX3" y="csY3"/>
                          </a:cxn>
                          <a:cxn ang="0">
                            <a:pos x="csX4" y="csY4"/>
                          </a:cxn>
                        </a:cxnLst>
                        <a:rect l="l" t="t" r="r" b="b"/>
                        <a:pathLst>
                          <a:path w="3571875" h="3571875" fill="none" extrusionOk="0">
                            <a:moveTo>
                              <a:pt x="0" y="1785938"/>
                            </a:moveTo>
                            <a:cubicBezTo>
                              <a:pt x="142906" y="816545"/>
                              <a:pt x="813708" y="-29050"/>
                              <a:pt x="1785938" y="0"/>
                            </a:cubicBezTo>
                            <a:cubicBezTo>
                              <a:pt x="2551185" y="-33858"/>
                              <a:pt x="3450990" y="913405"/>
                              <a:pt x="3571876" y="1785938"/>
                            </a:cubicBezTo>
                            <a:cubicBezTo>
                              <a:pt x="3551081" y="2573977"/>
                              <a:pt x="2700105" y="3672184"/>
                              <a:pt x="1785938" y="3571876"/>
                            </a:cubicBezTo>
                            <a:cubicBezTo>
                              <a:pt x="1010105" y="3689730"/>
                              <a:pt x="238366" y="2829596"/>
                              <a:pt x="0" y="1785938"/>
                            </a:cubicBezTo>
                            <a:close/>
                          </a:path>
                          <a:path w="3571875" h="3571875" stroke="0" extrusionOk="0">
                            <a:moveTo>
                              <a:pt x="0" y="1785938"/>
                            </a:moveTo>
                            <a:cubicBezTo>
                              <a:pt x="-90400" y="743831"/>
                              <a:pt x="531676" y="100553"/>
                              <a:pt x="1785938" y="0"/>
                            </a:cubicBezTo>
                            <a:cubicBezTo>
                              <a:pt x="3055021" y="59523"/>
                              <a:pt x="3439604" y="803798"/>
                              <a:pt x="3571876" y="1785938"/>
                            </a:cubicBezTo>
                            <a:cubicBezTo>
                              <a:pt x="3460329" y="2881216"/>
                              <a:pt x="2733254" y="3787608"/>
                              <a:pt x="1785938" y="3571876"/>
                            </a:cubicBezTo>
                            <a:cubicBezTo>
                              <a:pt x="773408" y="3557550"/>
                              <a:pt x="266049" y="2899404"/>
                              <a:pt x="0" y="1785938"/>
                            </a:cubicBezTo>
                            <a:close/>
                          </a:path>
                        </a:pathLst>
                      </a:custGeom>
                      <ask:type>
                        <ask:lineSketchNone/>
                      </ask:type>
                    </ask:lineSketchStyleProps>
                  </a:ext>
                </a:extLst>
              </a:ln>
            </p:spPr>
            <p:txBody>
              <a:bodyPr/>
              <a:lstStyle/>
              <a:p>
                <a:endParaRPr lang="af-ZA" noProof="0" dirty="0"/>
              </a:p>
            </p:txBody>
          </p:sp>
        </p:grpSp>
      </p:grpSp>
      <p:sp>
        <p:nvSpPr>
          <p:cNvPr id="4" name="Text 0"/>
          <p:cNvSpPr/>
          <p:nvPr/>
        </p:nvSpPr>
        <p:spPr>
          <a:xfrm>
            <a:off x="4524885" y="226193"/>
            <a:ext cx="4533348" cy="590931"/>
          </a:xfrm>
          <a:prstGeom prst="rect">
            <a:avLst/>
          </a:prstGeom>
          <a:noFill/>
          <a:ln/>
        </p:spPr>
        <p:txBody>
          <a:bodyPr wrap="square" lIns="0" tIns="0" rIns="0" bIns="0" rtlCol="0" anchor="t">
            <a:spAutoFit/>
          </a:bodyPr>
          <a:lstStyle/>
          <a:p>
            <a:pPr marL="0" indent="0" algn="l">
              <a:lnSpc>
                <a:spcPct val="96000"/>
              </a:lnSpc>
              <a:buNone/>
            </a:pPr>
            <a:r>
              <a:rPr lang="af-ZA" sz="2000" b="1" noProof="0" dirty="0">
                <a:solidFill>
                  <a:srgbClr val="0F381C"/>
                </a:solidFill>
                <a:latin typeface="Poppins Bold" pitchFamily="34" charset="0"/>
                <a:ea typeface="Poppins Bold" pitchFamily="34" charset="-122"/>
                <a:cs typeface="Poppins Bold" pitchFamily="34" charset="-120"/>
              </a:rPr>
              <a:t>Fase 3: </a:t>
            </a:r>
            <a:r>
              <a:rPr lang="af-ZA" sz="2000" noProof="0" dirty="0">
                <a:solidFill>
                  <a:schemeClr val="accent6">
                    <a:lumMod val="50000"/>
                  </a:schemeClr>
                </a:solidFill>
                <a:latin typeface="Poppins Bold" pitchFamily="34" charset="0"/>
                <a:ea typeface="Poppins Bold" pitchFamily="34" charset="-122"/>
                <a:cs typeface="Poppins Bold" pitchFamily="34" charset="-120"/>
              </a:rPr>
              <a:t>Responsiwiteit en Webvorms</a:t>
            </a:r>
            <a:endParaRPr lang="af-ZA" sz="2000" noProof="0" dirty="0">
              <a:solidFill>
                <a:schemeClr val="accent6">
                  <a:lumMod val="50000"/>
                </a:schemeClr>
              </a:solidFill>
            </a:endParaRPr>
          </a:p>
        </p:txBody>
      </p:sp>
      <p:grpSp>
        <p:nvGrpSpPr>
          <p:cNvPr id="32" name="Group 31">
            <a:extLst>
              <a:ext uri="{FF2B5EF4-FFF2-40B4-BE49-F238E27FC236}">
                <a16:creationId xmlns:a16="http://schemas.microsoft.com/office/drawing/2014/main" id="{852A39FC-0D9C-C578-6777-DAD87D64433E}"/>
              </a:ext>
            </a:extLst>
          </p:cNvPr>
          <p:cNvGrpSpPr/>
          <p:nvPr/>
        </p:nvGrpSpPr>
        <p:grpSpPr>
          <a:xfrm>
            <a:off x="4524885" y="958931"/>
            <a:ext cx="4327055" cy="2807032"/>
            <a:chOff x="554593" y="1257300"/>
            <a:chExt cx="4514850" cy="2807032"/>
          </a:xfrm>
        </p:grpSpPr>
        <p:grpSp>
          <p:nvGrpSpPr>
            <p:cNvPr id="31" name="Group 30">
              <a:extLst>
                <a:ext uri="{FF2B5EF4-FFF2-40B4-BE49-F238E27FC236}">
                  <a16:creationId xmlns:a16="http://schemas.microsoft.com/office/drawing/2014/main" id="{D37C2D69-FD54-E498-0800-749AE58704C6}"/>
                </a:ext>
              </a:extLst>
            </p:cNvPr>
            <p:cNvGrpSpPr/>
            <p:nvPr/>
          </p:nvGrpSpPr>
          <p:grpSpPr>
            <a:xfrm>
              <a:off x="554593" y="1257300"/>
              <a:ext cx="4514850" cy="2807032"/>
              <a:chOff x="554593" y="1257300"/>
              <a:chExt cx="4514850" cy="2807032"/>
            </a:xfrm>
          </p:grpSpPr>
          <p:sp>
            <p:nvSpPr>
              <p:cNvPr id="5" name="Shape 1"/>
              <p:cNvSpPr/>
              <p:nvPr/>
            </p:nvSpPr>
            <p:spPr>
              <a:xfrm>
                <a:off x="554593" y="1257300"/>
                <a:ext cx="4514850" cy="432000"/>
              </a:xfrm>
              <a:prstGeom prst="roundRect">
                <a:avLst/>
              </a:prstGeom>
              <a:solidFill>
                <a:srgbClr val="FFFFFF"/>
              </a:solidFill>
              <a:ln w="21590">
                <a:solidFill>
                  <a:srgbClr val="8EC26A"/>
                </a:solidFill>
                <a:prstDash val="solid"/>
              </a:ln>
            </p:spPr>
            <p:txBody>
              <a:bodyPr/>
              <a:lstStyle/>
              <a:p>
                <a:endParaRPr lang="af-ZA" noProof="0" dirty="0"/>
              </a:p>
            </p:txBody>
          </p:sp>
          <p:sp>
            <p:nvSpPr>
              <p:cNvPr id="8" name="Shape 4"/>
              <p:cNvSpPr/>
              <p:nvPr/>
            </p:nvSpPr>
            <p:spPr>
              <a:xfrm>
                <a:off x="554593" y="1732306"/>
                <a:ext cx="4514850" cy="432000"/>
              </a:xfrm>
              <a:prstGeom prst="roundRect">
                <a:avLst/>
              </a:prstGeom>
              <a:solidFill>
                <a:srgbClr val="FFFFFF"/>
              </a:solidFill>
              <a:ln w="21590">
                <a:solidFill>
                  <a:srgbClr val="8EC26A"/>
                </a:solidFill>
                <a:prstDash val="solid"/>
              </a:ln>
            </p:spPr>
            <p:txBody>
              <a:bodyPr/>
              <a:lstStyle/>
              <a:p>
                <a:endParaRPr lang="af-ZA" noProof="0" dirty="0"/>
              </a:p>
            </p:txBody>
          </p:sp>
          <p:sp>
            <p:nvSpPr>
              <p:cNvPr id="11" name="Shape 7"/>
              <p:cNvSpPr/>
              <p:nvPr/>
            </p:nvSpPr>
            <p:spPr>
              <a:xfrm>
                <a:off x="554593" y="2207312"/>
                <a:ext cx="4514850" cy="432000"/>
              </a:xfrm>
              <a:prstGeom prst="roundRect">
                <a:avLst/>
              </a:prstGeom>
              <a:solidFill>
                <a:srgbClr val="FFFFFF"/>
              </a:solidFill>
              <a:ln w="21590">
                <a:solidFill>
                  <a:srgbClr val="8EC26A"/>
                </a:solidFill>
                <a:prstDash val="solid"/>
              </a:ln>
            </p:spPr>
            <p:txBody>
              <a:bodyPr/>
              <a:lstStyle/>
              <a:p>
                <a:endParaRPr lang="af-ZA" noProof="0" dirty="0"/>
              </a:p>
            </p:txBody>
          </p:sp>
          <p:sp>
            <p:nvSpPr>
              <p:cNvPr id="14" name="Shape 10"/>
              <p:cNvSpPr/>
              <p:nvPr/>
            </p:nvSpPr>
            <p:spPr>
              <a:xfrm>
                <a:off x="554593" y="2682318"/>
                <a:ext cx="4514850" cy="432000"/>
              </a:xfrm>
              <a:prstGeom prst="roundRect">
                <a:avLst/>
              </a:prstGeom>
              <a:solidFill>
                <a:srgbClr val="FFFFFF"/>
              </a:solidFill>
              <a:ln w="21590">
                <a:solidFill>
                  <a:srgbClr val="8EC26A"/>
                </a:solidFill>
                <a:prstDash val="solid"/>
              </a:ln>
            </p:spPr>
            <p:txBody>
              <a:bodyPr/>
              <a:lstStyle/>
              <a:p>
                <a:endParaRPr lang="af-ZA" noProof="0" dirty="0"/>
              </a:p>
            </p:txBody>
          </p:sp>
          <p:sp>
            <p:nvSpPr>
              <p:cNvPr id="17" name="Shape 13"/>
              <p:cNvSpPr/>
              <p:nvPr/>
            </p:nvSpPr>
            <p:spPr>
              <a:xfrm>
                <a:off x="554593" y="3157324"/>
                <a:ext cx="4514850" cy="432000"/>
              </a:xfrm>
              <a:prstGeom prst="roundRect">
                <a:avLst/>
              </a:prstGeom>
              <a:solidFill>
                <a:srgbClr val="FFFFFF"/>
              </a:solidFill>
              <a:ln w="21590">
                <a:solidFill>
                  <a:srgbClr val="8EC26A"/>
                </a:solidFill>
                <a:prstDash val="solid"/>
              </a:ln>
            </p:spPr>
            <p:txBody>
              <a:bodyPr/>
              <a:lstStyle/>
              <a:p>
                <a:endParaRPr lang="af-ZA" noProof="0" dirty="0"/>
              </a:p>
            </p:txBody>
          </p:sp>
          <p:sp>
            <p:nvSpPr>
              <p:cNvPr id="20" name="Shape 16"/>
              <p:cNvSpPr/>
              <p:nvPr/>
            </p:nvSpPr>
            <p:spPr>
              <a:xfrm>
                <a:off x="554593" y="3632332"/>
                <a:ext cx="4514850" cy="432000"/>
              </a:xfrm>
              <a:prstGeom prst="roundRect">
                <a:avLst/>
              </a:prstGeom>
              <a:solidFill>
                <a:srgbClr val="FFFFFF"/>
              </a:solidFill>
              <a:ln w="21590">
                <a:solidFill>
                  <a:srgbClr val="8EC26A"/>
                </a:solidFill>
                <a:prstDash val="solid"/>
              </a:ln>
            </p:spPr>
            <p:txBody>
              <a:bodyPr/>
              <a:lstStyle/>
              <a:p>
                <a:endParaRPr lang="af-ZA" noProof="0" dirty="0"/>
              </a:p>
            </p:txBody>
          </p:sp>
        </p:grpSp>
        <p:grpSp>
          <p:nvGrpSpPr>
            <p:cNvPr id="30" name="Group 29">
              <a:extLst>
                <a:ext uri="{FF2B5EF4-FFF2-40B4-BE49-F238E27FC236}">
                  <a16:creationId xmlns:a16="http://schemas.microsoft.com/office/drawing/2014/main" id="{C96B8427-EF4A-95A9-1125-76D1B0508450}"/>
                </a:ext>
              </a:extLst>
            </p:cNvPr>
            <p:cNvGrpSpPr/>
            <p:nvPr/>
          </p:nvGrpSpPr>
          <p:grpSpPr>
            <a:xfrm>
              <a:off x="714374" y="1385077"/>
              <a:ext cx="4230253" cy="2585968"/>
              <a:chOff x="714374" y="1385077"/>
              <a:chExt cx="4230253" cy="2585968"/>
            </a:xfrm>
          </p:grpSpPr>
          <p:sp>
            <p:nvSpPr>
              <p:cNvPr id="6" name="Text 2"/>
              <p:cNvSpPr/>
              <p:nvPr/>
            </p:nvSpPr>
            <p:spPr>
              <a:xfrm>
                <a:off x="714374" y="1391267"/>
                <a:ext cx="1267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Media Queries:</a:t>
                </a:r>
                <a:endParaRPr lang="af-ZA" sz="800" noProof="0" dirty="0"/>
              </a:p>
            </p:txBody>
          </p:sp>
          <p:sp>
            <p:nvSpPr>
              <p:cNvPr id="7" name="Text 3"/>
              <p:cNvSpPr/>
              <p:nvPr/>
            </p:nvSpPr>
            <p:spPr>
              <a:xfrm>
                <a:off x="2053827" y="1385077"/>
                <a:ext cx="289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Skryf van CSS vir 3 breekpunte (Selfoon, Tablet, Desktop)</a:t>
                </a:r>
                <a:endParaRPr lang="af-ZA" sz="750" noProof="0" dirty="0"/>
              </a:p>
            </p:txBody>
          </p:sp>
          <p:sp>
            <p:nvSpPr>
              <p:cNvPr id="9" name="Text 5"/>
              <p:cNvSpPr/>
              <p:nvPr/>
            </p:nvSpPr>
            <p:spPr>
              <a:xfrm>
                <a:off x="714374" y="1868292"/>
                <a:ext cx="1267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Mobiele Navigasie:</a:t>
                </a:r>
                <a:endParaRPr lang="af-ZA" sz="800" noProof="0" dirty="0"/>
              </a:p>
            </p:txBody>
          </p:sp>
          <p:sp>
            <p:nvSpPr>
              <p:cNvPr id="10" name="Text 6"/>
              <p:cNvSpPr/>
              <p:nvPr/>
            </p:nvSpPr>
            <p:spPr>
              <a:xfrm>
                <a:off x="2053827" y="1859655"/>
                <a:ext cx="289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Implementering van 'n hamburger-menu vir klein skerms</a:t>
                </a:r>
                <a:endParaRPr lang="af-ZA" sz="750" noProof="0" dirty="0"/>
              </a:p>
            </p:txBody>
          </p:sp>
          <p:sp>
            <p:nvSpPr>
              <p:cNvPr id="12" name="Text 8"/>
              <p:cNvSpPr/>
              <p:nvPr/>
            </p:nvSpPr>
            <p:spPr>
              <a:xfrm>
                <a:off x="714374" y="2341157"/>
                <a:ext cx="1267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Responsiewe Tabelle:</a:t>
                </a:r>
                <a:endParaRPr lang="af-ZA" sz="800" noProof="0" dirty="0"/>
              </a:p>
            </p:txBody>
          </p:sp>
          <p:sp>
            <p:nvSpPr>
              <p:cNvPr id="13" name="Text 9"/>
              <p:cNvSpPr/>
              <p:nvPr/>
            </p:nvSpPr>
            <p:spPr>
              <a:xfrm>
                <a:off x="2053827" y="2285604"/>
                <a:ext cx="2890800" cy="260021"/>
              </a:xfrm>
              <a:prstGeom prst="rect">
                <a:avLst/>
              </a:prstGeom>
              <a:noFill/>
              <a:ln/>
            </p:spPr>
            <p:txBody>
              <a:bodyPr wrap="squar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Aanpassing van produk- en voorraadtabelle vir leesbaarheid</a:t>
                </a:r>
                <a:endParaRPr lang="af-ZA" sz="750" noProof="0" dirty="0"/>
              </a:p>
            </p:txBody>
          </p:sp>
          <p:sp>
            <p:nvSpPr>
              <p:cNvPr id="15" name="Text 11"/>
              <p:cNvSpPr/>
              <p:nvPr/>
            </p:nvSpPr>
            <p:spPr>
              <a:xfrm>
                <a:off x="714374" y="2812325"/>
                <a:ext cx="1267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Vorm-validasie:</a:t>
                </a:r>
                <a:endParaRPr lang="af-ZA" sz="800" noProof="0" dirty="0"/>
              </a:p>
            </p:txBody>
          </p:sp>
          <p:sp>
            <p:nvSpPr>
              <p:cNvPr id="16" name="Text 12"/>
              <p:cNvSpPr/>
              <p:nvPr/>
            </p:nvSpPr>
            <p:spPr>
              <a:xfrm>
                <a:off x="2053827" y="2812325"/>
                <a:ext cx="289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Gebruik van HTML5-kenmerke vir korrekte data-invoer</a:t>
                </a:r>
                <a:endParaRPr lang="af-ZA" sz="750" noProof="0" dirty="0"/>
              </a:p>
            </p:txBody>
          </p:sp>
          <p:sp>
            <p:nvSpPr>
              <p:cNvPr id="18" name="Text 14"/>
              <p:cNvSpPr/>
              <p:nvPr/>
            </p:nvSpPr>
            <p:spPr>
              <a:xfrm>
                <a:off x="714374" y="3306854"/>
                <a:ext cx="1267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Gebruikerservaring:</a:t>
                </a:r>
                <a:endParaRPr lang="af-ZA" sz="800" noProof="0" dirty="0"/>
              </a:p>
            </p:txBody>
          </p:sp>
          <p:sp>
            <p:nvSpPr>
              <p:cNvPr id="19" name="Text 15"/>
              <p:cNvSpPr/>
              <p:nvPr/>
            </p:nvSpPr>
            <p:spPr>
              <a:xfrm>
                <a:off x="2053827" y="3303180"/>
                <a:ext cx="289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Toetsing van knoppies en skakels op verskillende toestelle</a:t>
                </a:r>
                <a:endParaRPr lang="af-ZA" sz="750" noProof="0" dirty="0"/>
              </a:p>
            </p:txBody>
          </p:sp>
          <p:sp>
            <p:nvSpPr>
              <p:cNvPr id="21" name="Text 17"/>
              <p:cNvSpPr/>
              <p:nvPr/>
            </p:nvSpPr>
            <p:spPr>
              <a:xfrm>
                <a:off x="714374" y="3801381"/>
                <a:ext cx="1267200"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Print.css:</a:t>
                </a:r>
                <a:endParaRPr lang="af-ZA" sz="800" noProof="0" dirty="0"/>
              </a:p>
            </p:txBody>
          </p:sp>
          <p:sp>
            <p:nvSpPr>
              <p:cNvPr id="22" name="Text 18"/>
              <p:cNvSpPr/>
              <p:nvPr/>
            </p:nvSpPr>
            <p:spPr>
              <a:xfrm>
                <a:off x="2053827" y="3783326"/>
                <a:ext cx="2890800"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Optimering van bladsye vir drukwerk en PDF-uitvoer</a:t>
                </a:r>
                <a:endParaRPr lang="af-ZA" sz="750" noProof="0" dirty="0"/>
              </a:p>
            </p:txBody>
          </p:sp>
        </p:grpSp>
      </p:grpSp>
      <p:grpSp>
        <p:nvGrpSpPr>
          <p:cNvPr id="43" name="Group 42">
            <a:extLst>
              <a:ext uri="{FF2B5EF4-FFF2-40B4-BE49-F238E27FC236}">
                <a16:creationId xmlns:a16="http://schemas.microsoft.com/office/drawing/2014/main" id="{35A44593-3379-9753-7123-1391158C6A74}"/>
              </a:ext>
            </a:extLst>
          </p:cNvPr>
          <p:cNvGrpSpPr/>
          <p:nvPr/>
        </p:nvGrpSpPr>
        <p:grpSpPr>
          <a:xfrm>
            <a:off x="4524740" y="3922152"/>
            <a:ext cx="4327200" cy="1058747"/>
            <a:chOff x="4346220" y="668617"/>
            <a:chExt cx="4327200" cy="1058747"/>
          </a:xfrm>
        </p:grpSpPr>
        <p:sp>
          <p:nvSpPr>
            <p:cNvPr id="42" name="Rectangle: Rounded Corners 41">
              <a:extLst>
                <a:ext uri="{FF2B5EF4-FFF2-40B4-BE49-F238E27FC236}">
                  <a16:creationId xmlns:a16="http://schemas.microsoft.com/office/drawing/2014/main" id="{36AFA43D-7984-8F47-3EB0-B61892BC6C38}"/>
                </a:ext>
              </a:extLst>
            </p:cNvPr>
            <p:cNvSpPr/>
            <p:nvPr/>
          </p:nvSpPr>
          <p:spPr>
            <a:xfrm>
              <a:off x="4346220" y="668617"/>
              <a:ext cx="4327200" cy="1058747"/>
            </a:xfrm>
            <a:prstGeom prst="roundRect">
              <a:avLst/>
            </a:prstGeom>
            <a:solidFill>
              <a:srgbClr val="8EC26A">
                <a:alpha val="20000"/>
              </a:srgbClr>
            </a:solidFill>
            <a:ln w="19050">
              <a:solidFill>
                <a:srgbClr val="8FBC8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grpSp>
          <p:nvGrpSpPr>
            <p:cNvPr id="41" name="Group 40">
              <a:extLst>
                <a:ext uri="{FF2B5EF4-FFF2-40B4-BE49-F238E27FC236}">
                  <a16:creationId xmlns:a16="http://schemas.microsoft.com/office/drawing/2014/main" id="{E8535A0C-E5D9-CF80-3CA3-C8314E632559}"/>
                </a:ext>
              </a:extLst>
            </p:cNvPr>
            <p:cNvGrpSpPr/>
            <p:nvPr/>
          </p:nvGrpSpPr>
          <p:grpSpPr>
            <a:xfrm>
              <a:off x="5107272" y="1055115"/>
              <a:ext cx="2805095" cy="285750"/>
              <a:chOff x="1219181" y="3911008"/>
              <a:chExt cx="2805095" cy="285750"/>
            </a:xfrm>
          </p:grpSpPr>
          <p:pic>
            <p:nvPicPr>
              <p:cNvPr id="38" name="Image 4" descr="preencoded.png">
                <a:extLst>
                  <a:ext uri="{FF2B5EF4-FFF2-40B4-BE49-F238E27FC236}">
                    <a16:creationId xmlns:a16="http://schemas.microsoft.com/office/drawing/2014/main" id="{C56E6EC9-279A-FAEF-FC46-F14DF1447DFD}"/>
                  </a:ext>
                </a:extLst>
              </p:cNvPr>
              <p:cNvPicPr>
                <a:picLocks noChangeAspect="1"/>
              </p:cNvPicPr>
              <p:nvPr/>
            </p:nvPicPr>
            <p:blipFill>
              <a:blip r:embed="rId5"/>
              <a:stretch>
                <a:fillRect/>
              </a:stretch>
            </p:blipFill>
            <p:spPr>
              <a:xfrm>
                <a:off x="1219181" y="3911008"/>
                <a:ext cx="321469" cy="285750"/>
              </a:xfrm>
              <a:prstGeom prst="rect">
                <a:avLst/>
              </a:prstGeom>
            </p:spPr>
          </p:pic>
          <p:pic>
            <p:nvPicPr>
              <p:cNvPr id="39" name="Image 5" descr="preencoded.png">
                <a:extLst>
                  <a:ext uri="{FF2B5EF4-FFF2-40B4-BE49-F238E27FC236}">
                    <a16:creationId xmlns:a16="http://schemas.microsoft.com/office/drawing/2014/main" id="{2ACEF653-ECF0-BC42-A345-31375DA26501}"/>
                  </a:ext>
                </a:extLst>
              </p:cNvPr>
              <p:cNvPicPr>
                <a:picLocks noChangeAspect="1"/>
              </p:cNvPicPr>
              <p:nvPr/>
            </p:nvPicPr>
            <p:blipFill>
              <a:blip r:embed="rId6"/>
              <a:stretch>
                <a:fillRect/>
              </a:stretch>
            </p:blipFill>
            <p:spPr>
              <a:xfrm>
                <a:off x="2550291" y="3911008"/>
                <a:ext cx="250031" cy="285750"/>
              </a:xfrm>
              <a:prstGeom prst="rect">
                <a:avLst/>
              </a:prstGeom>
            </p:spPr>
          </p:pic>
          <p:pic>
            <p:nvPicPr>
              <p:cNvPr id="40" name="Image 6" descr="preencoded.png">
                <a:extLst>
                  <a:ext uri="{FF2B5EF4-FFF2-40B4-BE49-F238E27FC236}">
                    <a16:creationId xmlns:a16="http://schemas.microsoft.com/office/drawing/2014/main" id="{B0FA623B-FE9E-69D0-CCDF-99597C1D3831}"/>
                  </a:ext>
                </a:extLst>
              </p:cNvPr>
              <p:cNvPicPr>
                <a:picLocks noChangeAspect="1"/>
              </p:cNvPicPr>
              <p:nvPr/>
            </p:nvPicPr>
            <p:blipFill>
              <a:blip r:embed="rId7"/>
              <a:stretch>
                <a:fillRect/>
              </a:stretch>
            </p:blipFill>
            <p:spPr>
              <a:xfrm>
                <a:off x="3809963" y="3911008"/>
                <a:ext cx="214313" cy="285750"/>
              </a:xfrm>
              <a:prstGeom prst="rect">
                <a:avLst/>
              </a:prstGeom>
            </p:spPr>
          </p:pic>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29" name="Flowchart: Delay 24">
            <a:extLst>
              <a:ext uri="{FF2B5EF4-FFF2-40B4-BE49-F238E27FC236}">
                <a16:creationId xmlns:a16="http://schemas.microsoft.com/office/drawing/2014/main" id="{2A7CB8E7-A3F9-3598-A97F-C003655287E7}"/>
              </a:ext>
            </a:extLst>
          </p:cNvPr>
          <p:cNvSpPr/>
          <p:nvPr/>
        </p:nvSpPr>
        <p:spPr>
          <a:xfrm flipH="1">
            <a:off x="5029647" y="-16369"/>
            <a:ext cx="4114354" cy="5167807"/>
          </a:xfrm>
          <a:custGeom>
            <a:avLst/>
            <a:gdLst>
              <a:gd name="csX0" fmla="*/ 0 w 3686174"/>
              <a:gd name="csY0" fmla="*/ 0 h 3308605"/>
              <a:gd name="csX1" fmla="*/ 1843087 w 3686174"/>
              <a:gd name="csY1" fmla="*/ 0 h 3308605"/>
              <a:gd name="csX2" fmla="*/ 3686174 w 3686174"/>
              <a:gd name="csY2" fmla="*/ 1654303 h 3308605"/>
              <a:gd name="csX3" fmla="*/ 1843087 w 3686174"/>
              <a:gd name="csY3" fmla="*/ 3308606 h 3308605"/>
              <a:gd name="csX4" fmla="*/ 0 w 3686174"/>
              <a:gd name="csY4" fmla="*/ 3308605 h 3308605"/>
              <a:gd name="csX5" fmla="*/ 0 w 3686174"/>
              <a:gd name="csY5" fmla="*/ 0 h 3308605"/>
              <a:gd name="csX0" fmla="*/ 0 w 3693794"/>
              <a:gd name="csY0" fmla="*/ 0 h 4192526"/>
              <a:gd name="csX1" fmla="*/ 1850707 w 3693794"/>
              <a:gd name="csY1" fmla="*/ 883920 h 4192526"/>
              <a:gd name="csX2" fmla="*/ 3693794 w 3693794"/>
              <a:gd name="csY2" fmla="*/ 2538223 h 4192526"/>
              <a:gd name="csX3" fmla="*/ 1850707 w 3693794"/>
              <a:gd name="csY3" fmla="*/ 4192526 h 4192526"/>
              <a:gd name="csX4" fmla="*/ 7620 w 3693794"/>
              <a:gd name="csY4" fmla="*/ 4192525 h 4192526"/>
              <a:gd name="csX5" fmla="*/ 0 w 3693794"/>
              <a:gd name="csY5" fmla="*/ 0 h 4192526"/>
              <a:gd name="csX0" fmla="*/ 0 w 3693794"/>
              <a:gd name="csY0" fmla="*/ 0 h 5122165"/>
              <a:gd name="csX1" fmla="*/ 1850707 w 3693794"/>
              <a:gd name="csY1" fmla="*/ 883920 h 5122165"/>
              <a:gd name="csX2" fmla="*/ 3693794 w 3693794"/>
              <a:gd name="csY2" fmla="*/ 2538223 h 5122165"/>
              <a:gd name="csX3" fmla="*/ 1850707 w 3693794"/>
              <a:gd name="csY3" fmla="*/ 4192526 h 5122165"/>
              <a:gd name="csX4" fmla="*/ 0 w 3693794"/>
              <a:gd name="csY4" fmla="*/ 5122165 h 5122165"/>
              <a:gd name="csX5" fmla="*/ 0 w 3693794"/>
              <a:gd name="csY5" fmla="*/ 0 h 5122165"/>
              <a:gd name="csX0" fmla="*/ 0 w 3693794"/>
              <a:gd name="csY0" fmla="*/ 0 h 5122165"/>
              <a:gd name="csX1" fmla="*/ 1850707 w 3693794"/>
              <a:gd name="csY1" fmla="*/ 883920 h 5122165"/>
              <a:gd name="csX2" fmla="*/ 3693794 w 3693794"/>
              <a:gd name="csY2" fmla="*/ 2538223 h 5122165"/>
              <a:gd name="csX3" fmla="*/ 1850707 w 3693794"/>
              <a:gd name="csY3" fmla="*/ 4649726 h 5122165"/>
              <a:gd name="csX4" fmla="*/ 0 w 3693794"/>
              <a:gd name="csY4" fmla="*/ 5122165 h 5122165"/>
              <a:gd name="csX5" fmla="*/ 0 w 3693794"/>
              <a:gd name="csY5" fmla="*/ 0 h 5122165"/>
              <a:gd name="csX0" fmla="*/ 0 w 3694109"/>
              <a:gd name="csY0" fmla="*/ 0 h 5122165"/>
              <a:gd name="csX1" fmla="*/ 1850707 w 3694109"/>
              <a:gd name="csY1" fmla="*/ 883920 h 5122165"/>
              <a:gd name="csX2" fmla="*/ 3693794 w 3694109"/>
              <a:gd name="csY2" fmla="*/ 2538223 h 5122165"/>
              <a:gd name="csX3" fmla="*/ 1957387 w 3694109"/>
              <a:gd name="csY3" fmla="*/ 4718306 h 5122165"/>
              <a:gd name="csX4" fmla="*/ 0 w 3694109"/>
              <a:gd name="csY4" fmla="*/ 5122165 h 5122165"/>
              <a:gd name="csX5" fmla="*/ 0 w 3694109"/>
              <a:gd name="csY5" fmla="*/ 0 h 5122165"/>
              <a:gd name="csX0" fmla="*/ 0 w 3694286"/>
              <a:gd name="csY0" fmla="*/ 0 h 5122165"/>
              <a:gd name="csX1" fmla="*/ 1850707 w 3694286"/>
              <a:gd name="csY1" fmla="*/ 883920 h 5122165"/>
              <a:gd name="csX2" fmla="*/ 3693794 w 3694286"/>
              <a:gd name="csY2" fmla="*/ 2538223 h 5122165"/>
              <a:gd name="csX3" fmla="*/ 1957387 w 3694286"/>
              <a:gd name="csY3" fmla="*/ 4718306 h 5122165"/>
              <a:gd name="csX4" fmla="*/ 0 w 3694286"/>
              <a:gd name="csY4" fmla="*/ 5122165 h 5122165"/>
              <a:gd name="csX5" fmla="*/ 0 w 3694286"/>
              <a:gd name="csY5" fmla="*/ 0 h 5122165"/>
              <a:gd name="csX0" fmla="*/ 0 w 3694286"/>
              <a:gd name="csY0" fmla="*/ 0 h 5123708"/>
              <a:gd name="csX1" fmla="*/ 1850707 w 3694286"/>
              <a:gd name="csY1" fmla="*/ 883920 h 5123708"/>
              <a:gd name="csX2" fmla="*/ 3693794 w 3694286"/>
              <a:gd name="csY2" fmla="*/ 2538223 h 5123708"/>
              <a:gd name="csX3" fmla="*/ 1957387 w 3694286"/>
              <a:gd name="csY3" fmla="*/ 4718306 h 5123708"/>
              <a:gd name="csX4" fmla="*/ 0 w 3694286"/>
              <a:gd name="csY4" fmla="*/ 5122165 h 5123708"/>
              <a:gd name="csX5" fmla="*/ 0 w 3694286"/>
              <a:gd name="csY5" fmla="*/ 0 h 5123708"/>
              <a:gd name="csX0" fmla="*/ 0 w 3694286"/>
              <a:gd name="csY0" fmla="*/ 0 h 5130676"/>
              <a:gd name="csX1" fmla="*/ 1850707 w 3694286"/>
              <a:gd name="csY1" fmla="*/ 883920 h 5130676"/>
              <a:gd name="csX2" fmla="*/ 3693794 w 3694286"/>
              <a:gd name="csY2" fmla="*/ 2538223 h 5130676"/>
              <a:gd name="csX3" fmla="*/ 1957387 w 3694286"/>
              <a:gd name="csY3" fmla="*/ 4718306 h 5130676"/>
              <a:gd name="csX4" fmla="*/ 0 w 3694286"/>
              <a:gd name="csY4" fmla="*/ 5122165 h 5130676"/>
              <a:gd name="csX5" fmla="*/ 0 w 3694286"/>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755815"/>
              <a:gd name="csY0" fmla="*/ 110666 h 5241342"/>
              <a:gd name="csX1" fmla="*/ 2572906 w 3755815"/>
              <a:gd name="csY1" fmla="*/ 103046 h 5241342"/>
              <a:gd name="csX2" fmla="*/ 3693794 w 3755815"/>
              <a:gd name="csY2" fmla="*/ 2648889 h 5241342"/>
              <a:gd name="csX3" fmla="*/ 1957387 w 3755815"/>
              <a:gd name="csY3" fmla="*/ 4828972 h 5241342"/>
              <a:gd name="csX4" fmla="*/ 0 w 3755815"/>
              <a:gd name="csY4" fmla="*/ 5232831 h 5241342"/>
              <a:gd name="csX5" fmla="*/ 0 w 3755815"/>
              <a:gd name="csY5" fmla="*/ 110666 h 5241342"/>
              <a:gd name="csX0" fmla="*/ 0 w 3755815"/>
              <a:gd name="csY0" fmla="*/ 22781 h 5153457"/>
              <a:gd name="csX1" fmla="*/ 2572906 w 3755815"/>
              <a:gd name="csY1" fmla="*/ 15161 h 5153457"/>
              <a:gd name="csX2" fmla="*/ 3693794 w 3755815"/>
              <a:gd name="csY2" fmla="*/ 2561004 h 5153457"/>
              <a:gd name="csX3" fmla="*/ 1957387 w 3755815"/>
              <a:gd name="csY3" fmla="*/ 4741087 h 5153457"/>
              <a:gd name="csX4" fmla="*/ 0 w 3755815"/>
              <a:gd name="csY4" fmla="*/ 5144946 h 5153457"/>
              <a:gd name="csX5" fmla="*/ 0 w 3755815"/>
              <a:gd name="csY5" fmla="*/ 22781 h 5153457"/>
              <a:gd name="csX0" fmla="*/ 0 w 3504002"/>
              <a:gd name="csY0" fmla="*/ 22781 h 5153457"/>
              <a:gd name="csX1" fmla="*/ 2572906 w 3504002"/>
              <a:gd name="csY1" fmla="*/ 15161 h 5153457"/>
              <a:gd name="csX2" fmla="*/ 3324343 w 3504002"/>
              <a:gd name="csY2" fmla="*/ 2538144 h 5153457"/>
              <a:gd name="csX3" fmla="*/ 1957387 w 3504002"/>
              <a:gd name="csY3" fmla="*/ 4741087 h 5153457"/>
              <a:gd name="csX4" fmla="*/ 0 w 3504002"/>
              <a:gd name="csY4" fmla="*/ 5144946 h 5153457"/>
              <a:gd name="csX5" fmla="*/ 0 w 3504002"/>
              <a:gd name="csY5" fmla="*/ 22781 h 5153457"/>
              <a:gd name="csX0" fmla="*/ 0 w 3461033"/>
              <a:gd name="csY0" fmla="*/ 22781 h 5367459"/>
              <a:gd name="csX1" fmla="*/ 2572906 w 3461033"/>
              <a:gd name="csY1" fmla="*/ 15161 h 5367459"/>
              <a:gd name="csX2" fmla="*/ 3324343 w 3461033"/>
              <a:gd name="csY2" fmla="*/ 2538144 h 5367459"/>
              <a:gd name="csX3" fmla="*/ 2603926 w 3461033"/>
              <a:gd name="csY3" fmla="*/ 5183047 h 5367459"/>
              <a:gd name="csX4" fmla="*/ 0 w 3461033"/>
              <a:gd name="csY4" fmla="*/ 5144946 h 5367459"/>
              <a:gd name="csX5" fmla="*/ 0 w 3461033"/>
              <a:gd name="csY5" fmla="*/ 22781 h 5367459"/>
              <a:gd name="csX0" fmla="*/ 0 w 3461033"/>
              <a:gd name="csY0" fmla="*/ 22781 h 5183047"/>
              <a:gd name="csX1" fmla="*/ 2572906 w 3461033"/>
              <a:gd name="csY1" fmla="*/ 15161 h 5183047"/>
              <a:gd name="csX2" fmla="*/ 3324343 w 3461033"/>
              <a:gd name="csY2" fmla="*/ 2538144 h 5183047"/>
              <a:gd name="csX3" fmla="*/ 2603926 w 3461033"/>
              <a:gd name="csY3" fmla="*/ 5183047 h 5183047"/>
              <a:gd name="csX4" fmla="*/ 0 w 3461033"/>
              <a:gd name="csY4" fmla="*/ 5144946 h 5183047"/>
              <a:gd name="csX5" fmla="*/ 0 w 3461033"/>
              <a:gd name="csY5" fmla="*/ 22781 h 5183047"/>
              <a:gd name="csX0" fmla="*/ 0 w 3460630"/>
              <a:gd name="csY0" fmla="*/ 22781 h 5167807"/>
              <a:gd name="csX1" fmla="*/ 2572906 w 3460630"/>
              <a:gd name="csY1" fmla="*/ 15161 h 5167807"/>
              <a:gd name="csX2" fmla="*/ 3324343 w 3460630"/>
              <a:gd name="csY2" fmla="*/ 2538144 h 5167807"/>
              <a:gd name="csX3" fmla="*/ 2610083 w 3460630"/>
              <a:gd name="csY3" fmla="*/ 5167807 h 5167807"/>
              <a:gd name="csX4" fmla="*/ 0 w 3460630"/>
              <a:gd name="csY4" fmla="*/ 5144946 h 5167807"/>
              <a:gd name="csX5" fmla="*/ 0 w 3460630"/>
              <a:gd name="csY5" fmla="*/ 22781 h 5167807"/>
              <a:gd name="csX0" fmla="*/ 0 w 3460630"/>
              <a:gd name="csY0" fmla="*/ 22781 h 5167807"/>
              <a:gd name="csX1" fmla="*/ 2572906 w 3460630"/>
              <a:gd name="csY1" fmla="*/ 15161 h 5167807"/>
              <a:gd name="csX2" fmla="*/ 3324343 w 3460630"/>
              <a:gd name="csY2" fmla="*/ 2538144 h 5167807"/>
              <a:gd name="csX3" fmla="*/ 2610083 w 3460630"/>
              <a:gd name="csY3" fmla="*/ 5167807 h 5167807"/>
              <a:gd name="csX4" fmla="*/ 0 w 3460630"/>
              <a:gd name="csY4" fmla="*/ 5144946 h 5167807"/>
              <a:gd name="csX5" fmla="*/ 0 w 3460630"/>
              <a:gd name="csY5" fmla="*/ 22781 h 5167807"/>
              <a:gd name="csX0" fmla="*/ 0 w 3324697"/>
              <a:gd name="csY0" fmla="*/ 22781 h 5167807"/>
              <a:gd name="csX1" fmla="*/ 2572906 w 3324697"/>
              <a:gd name="csY1" fmla="*/ 15161 h 5167807"/>
              <a:gd name="csX2" fmla="*/ 3324343 w 3324697"/>
              <a:gd name="csY2" fmla="*/ 2538144 h 5167807"/>
              <a:gd name="csX3" fmla="*/ 2610083 w 3324697"/>
              <a:gd name="csY3" fmla="*/ 5167807 h 5167807"/>
              <a:gd name="csX4" fmla="*/ 0 w 3324697"/>
              <a:gd name="csY4" fmla="*/ 5144946 h 5167807"/>
              <a:gd name="csX5" fmla="*/ 0 w 3324697"/>
              <a:gd name="csY5" fmla="*/ 22781 h 5167807"/>
            </a:gdLst>
            <a:ahLst/>
            <a:cxnLst>
              <a:cxn ang="0">
                <a:pos x="csX0" y="csY0"/>
              </a:cxn>
              <a:cxn ang="0">
                <a:pos x="csX1" y="csY1"/>
              </a:cxn>
              <a:cxn ang="0">
                <a:pos x="csX2" y="csY2"/>
              </a:cxn>
              <a:cxn ang="0">
                <a:pos x="csX3" y="csY3"/>
              </a:cxn>
              <a:cxn ang="0">
                <a:pos x="csX4" y="csY4"/>
              </a:cxn>
              <a:cxn ang="0">
                <a:pos x="csX5" y="csY5"/>
              </a:cxn>
            </a:cxnLst>
            <a:rect l="l" t="t" r="r" b="b"/>
            <a:pathLst>
              <a:path w="3324697" h="5167807">
                <a:moveTo>
                  <a:pt x="0" y="22781"/>
                </a:moveTo>
                <a:cubicBezTo>
                  <a:pt x="614362" y="22781"/>
                  <a:pt x="2064684" y="-22939"/>
                  <a:pt x="2572906" y="15161"/>
                </a:cubicBezTo>
                <a:cubicBezTo>
                  <a:pt x="3177277" y="389749"/>
                  <a:pt x="3318147" y="1679370"/>
                  <a:pt x="3324343" y="2538144"/>
                </a:cubicBezTo>
                <a:cubicBezTo>
                  <a:pt x="3330539" y="3396918"/>
                  <a:pt x="3261931" y="4550587"/>
                  <a:pt x="2610083" y="5167807"/>
                </a:cubicBezTo>
                <a:lnTo>
                  <a:pt x="0" y="5144946"/>
                </a:lnTo>
                <a:lnTo>
                  <a:pt x="0" y="22781"/>
                </a:lnTo>
                <a:close/>
              </a:path>
            </a:pathLst>
          </a:custGeom>
          <a:solidFill>
            <a:srgbClr val="E4F0DC"/>
          </a:solidFill>
          <a:ln w="19050">
            <a:solidFill>
              <a:srgbClr val="E4F0D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sp>
        <p:nvSpPr>
          <p:cNvPr id="4" name="Text 0"/>
          <p:cNvSpPr/>
          <p:nvPr/>
        </p:nvSpPr>
        <p:spPr>
          <a:xfrm>
            <a:off x="571500" y="285750"/>
            <a:ext cx="4724400" cy="615553"/>
          </a:xfrm>
          <a:prstGeom prst="rect">
            <a:avLst/>
          </a:prstGeom>
          <a:noFill/>
          <a:ln/>
        </p:spPr>
        <p:txBody>
          <a:bodyPr wrap="square" lIns="0" tIns="0" rIns="0" bIns="0" rtlCol="0" anchor="t">
            <a:spAutoFit/>
          </a:bodyPr>
          <a:lstStyle/>
          <a:p>
            <a:pPr marL="0" indent="0" algn="l">
              <a:buNone/>
            </a:pPr>
            <a:r>
              <a:rPr lang="af-ZA" sz="2000" b="1" noProof="0" dirty="0">
                <a:solidFill>
                  <a:srgbClr val="0F381C"/>
                </a:solidFill>
                <a:latin typeface="Poppins Bold" pitchFamily="34" charset="0"/>
                <a:ea typeface="Poppins Bold" pitchFamily="34" charset="-122"/>
                <a:cs typeface="Poppins Bold" pitchFamily="34" charset="-120"/>
              </a:rPr>
              <a:t>Fase 4: </a:t>
            </a:r>
            <a:r>
              <a:rPr lang="af-ZA" sz="2000" noProof="0" dirty="0">
                <a:solidFill>
                  <a:schemeClr val="accent6">
                    <a:lumMod val="50000"/>
                  </a:schemeClr>
                </a:solidFill>
                <a:latin typeface="Poppins Bold" pitchFamily="34" charset="0"/>
                <a:ea typeface="Poppins Bold" pitchFamily="34" charset="-122"/>
                <a:cs typeface="Poppins Bold" pitchFamily="34" charset="-120"/>
              </a:rPr>
              <a:t>Interaktiwiteit en multimedia met JavaScript</a:t>
            </a:r>
            <a:endParaRPr lang="af-ZA" sz="2000" noProof="0" dirty="0">
              <a:solidFill>
                <a:schemeClr val="accent6">
                  <a:lumMod val="50000"/>
                </a:schemeClr>
              </a:solidFill>
            </a:endParaRPr>
          </a:p>
        </p:txBody>
      </p:sp>
      <p:grpSp>
        <p:nvGrpSpPr>
          <p:cNvPr id="37" name="Group 36">
            <a:extLst>
              <a:ext uri="{FF2B5EF4-FFF2-40B4-BE49-F238E27FC236}">
                <a16:creationId xmlns:a16="http://schemas.microsoft.com/office/drawing/2014/main" id="{1EBDC44C-A7A9-77B1-8F2B-748EB31E990C}"/>
              </a:ext>
            </a:extLst>
          </p:cNvPr>
          <p:cNvGrpSpPr/>
          <p:nvPr/>
        </p:nvGrpSpPr>
        <p:grpSpPr>
          <a:xfrm>
            <a:off x="571499" y="1205955"/>
            <a:ext cx="3066738" cy="2776517"/>
            <a:chOff x="571499" y="928688"/>
            <a:chExt cx="3066738" cy="2776517"/>
          </a:xfrm>
        </p:grpSpPr>
        <p:grpSp>
          <p:nvGrpSpPr>
            <p:cNvPr id="32" name="Group 31">
              <a:extLst>
                <a:ext uri="{FF2B5EF4-FFF2-40B4-BE49-F238E27FC236}">
                  <a16:creationId xmlns:a16="http://schemas.microsoft.com/office/drawing/2014/main" id="{BA1559EF-2578-2A3A-55B7-3974E8795084}"/>
                </a:ext>
              </a:extLst>
            </p:cNvPr>
            <p:cNvGrpSpPr/>
            <p:nvPr/>
          </p:nvGrpSpPr>
          <p:grpSpPr>
            <a:xfrm>
              <a:off x="571499" y="928688"/>
              <a:ext cx="1643064" cy="1946671"/>
              <a:chOff x="571499" y="928688"/>
              <a:chExt cx="1643064" cy="1946671"/>
            </a:xfrm>
          </p:grpSpPr>
          <p:sp>
            <p:nvSpPr>
              <p:cNvPr id="5" name="Shape 1"/>
              <p:cNvSpPr/>
              <p:nvPr/>
            </p:nvSpPr>
            <p:spPr>
              <a:xfrm>
                <a:off x="571500" y="928688"/>
                <a:ext cx="1643063" cy="335756"/>
              </a:xfrm>
              <a:prstGeom prst="roundRect">
                <a:avLst/>
              </a:prstGeom>
              <a:solidFill>
                <a:srgbClr val="FFFFFF"/>
              </a:solidFill>
              <a:ln w="21590">
                <a:solidFill>
                  <a:srgbClr val="8EC26A"/>
                </a:solidFill>
                <a:prstDash val="solid"/>
              </a:ln>
            </p:spPr>
            <p:txBody>
              <a:bodyPr/>
              <a:lstStyle/>
              <a:p>
                <a:endParaRPr lang="af-ZA" noProof="0" dirty="0"/>
              </a:p>
            </p:txBody>
          </p:sp>
          <p:sp>
            <p:nvSpPr>
              <p:cNvPr id="6" name="Text 2"/>
              <p:cNvSpPr/>
              <p:nvPr/>
            </p:nvSpPr>
            <p:spPr>
              <a:xfrm>
                <a:off x="571499" y="968932"/>
                <a:ext cx="1643063" cy="335756"/>
              </a:xfrm>
              <a:prstGeom prst="rect">
                <a:avLst/>
              </a:prstGeom>
              <a:noFill/>
              <a:ln/>
            </p:spPr>
            <p:txBody>
              <a:bodyPr wrap="square" lIns="170053" tIns="68072" rIns="170053" bIns="68072" rtlCol="0" anchor="t">
                <a:spAutoFit/>
              </a:bodyPr>
              <a:lstStyle/>
              <a:p>
                <a:pPr marL="0" indent="0" algn="l">
                  <a:buNone/>
                </a:pPr>
                <a:r>
                  <a:rPr lang="af-ZA" sz="900" b="1" noProof="0" dirty="0">
                    <a:solidFill>
                      <a:srgbClr val="0F381C"/>
                    </a:solidFill>
                    <a:latin typeface="Poppins Bold" pitchFamily="34" charset="0"/>
                    <a:ea typeface="Poppins Bold" pitchFamily="34" charset="-122"/>
                    <a:cs typeface="Poppins Bold" pitchFamily="34" charset="-120"/>
                  </a:rPr>
                  <a:t>JavaScript Funksies</a:t>
                </a:r>
                <a:endParaRPr lang="af-ZA" sz="900" noProof="0" dirty="0"/>
              </a:p>
            </p:txBody>
          </p:sp>
          <p:sp>
            <p:nvSpPr>
              <p:cNvPr id="17" name="Shape 13"/>
              <p:cNvSpPr/>
              <p:nvPr/>
            </p:nvSpPr>
            <p:spPr>
              <a:xfrm>
                <a:off x="571500" y="2493057"/>
                <a:ext cx="1073348" cy="335756"/>
              </a:xfrm>
              <a:prstGeom prst="roundRect">
                <a:avLst/>
              </a:prstGeom>
              <a:solidFill>
                <a:srgbClr val="FFFFFF"/>
              </a:solidFill>
              <a:ln w="21590">
                <a:solidFill>
                  <a:srgbClr val="8EC26A"/>
                </a:solidFill>
                <a:prstDash val="solid"/>
              </a:ln>
            </p:spPr>
            <p:txBody>
              <a:bodyPr/>
              <a:lstStyle/>
              <a:p>
                <a:endParaRPr lang="af-ZA" noProof="0" dirty="0"/>
              </a:p>
            </p:txBody>
          </p:sp>
          <p:sp>
            <p:nvSpPr>
              <p:cNvPr id="18" name="Text 14"/>
              <p:cNvSpPr/>
              <p:nvPr/>
            </p:nvSpPr>
            <p:spPr>
              <a:xfrm>
                <a:off x="571500" y="2539603"/>
                <a:ext cx="1073348" cy="335756"/>
              </a:xfrm>
              <a:prstGeom prst="rect">
                <a:avLst/>
              </a:prstGeom>
              <a:noFill/>
              <a:ln/>
            </p:spPr>
            <p:txBody>
              <a:bodyPr wrap="none" lIns="170053" tIns="68072" rIns="170053" bIns="68072" rtlCol="0" anchor="t">
                <a:spAutoFit/>
              </a:bodyPr>
              <a:lstStyle/>
              <a:p>
                <a:pPr marL="0" indent="0" algn="l">
                  <a:buNone/>
                </a:pPr>
                <a:r>
                  <a:rPr lang="af-ZA" sz="900" b="1" noProof="0" dirty="0">
                    <a:solidFill>
                      <a:srgbClr val="0F381C"/>
                    </a:solidFill>
                    <a:latin typeface="Poppins Bold" pitchFamily="34" charset="0"/>
                    <a:ea typeface="Poppins Bold" pitchFamily="34" charset="-122"/>
                    <a:cs typeface="Poppins Bold" pitchFamily="34" charset="-120"/>
                  </a:rPr>
                  <a:t>Multimedia</a:t>
                </a:r>
                <a:endParaRPr lang="af-ZA" sz="900" noProof="0" dirty="0"/>
              </a:p>
            </p:txBody>
          </p:sp>
        </p:grpSp>
        <p:grpSp>
          <p:nvGrpSpPr>
            <p:cNvPr id="33" name="Group 32">
              <a:extLst>
                <a:ext uri="{FF2B5EF4-FFF2-40B4-BE49-F238E27FC236}">
                  <a16:creationId xmlns:a16="http://schemas.microsoft.com/office/drawing/2014/main" id="{5BFE19A6-DD83-8014-86F9-28929A6449AD}"/>
                </a:ext>
              </a:extLst>
            </p:cNvPr>
            <p:cNvGrpSpPr/>
            <p:nvPr/>
          </p:nvGrpSpPr>
          <p:grpSpPr>
            <a:xfrm>
              <a:off x="571500" y="1366520"/>
              <a:ext cx="3066737" cy="2313738"/>
              <a:chOff x="571500" y="1366520"/>
              <a:chExt cx="3066737" cy="2313738"/>
            </a:xfrm>
          </p:grpSpPr>
          <p:sp>
            <p:nvSpPr>
              <p:cNvPr id="7" name="Text 3"/>
              <p:cNvSpPr/>
              <p:nvPr/>
            </p:nvSpPr>
            <p:spPr>
              <a:xfrm>
                <a:off x="571500" y="1366520"/>
                <a:ext cx="3066737" cy="132216"/>
              </a:xfrm>
              <a:prstGeom prst="rect">
                <a:avLst/>
              </a:prstGeom>
              <a:noFill/>
              <a:ln/>
            </p:spPr>
            <p:txBody>
              <a:bodyPr wrap="none" lIns="170053" tIns="0" rIns="0" bIns="0" rtlCol="0" anchor="t">
                <a:spAutoFit/>
              </a:bodyPr>
              <a:lstStyle/>
              <a:p>
                <a:pPr marL="0" indent="0" algn="l">
                  <a:lnSpc>
                    <a:spcPct val="104000"/>
                  </a:lnSpc>
                  <a:buNone/>
                </a:pPr>
                <a:r>
                  <a:rPr lang="af-ZA" sz="850" noProof="0" dirty="0">
                    <a:solidFill>
                      <a:schemeClr val="bg2">
                        <a:lumMod val="25000"/>
                      </a:schemeClr>
                    </a:solidFill>
                    <a:latin typeface="Poppins Light" pitchFamily="34" charset="0"/>
                    <a:ea typeface="Poppins Light" pitchFamily="34" charset="-122"/>
                    <a:cs typeface="Poppins Light" pitchFamily="34" charset="-120"/>
                  </a:rPr>
                  <a:t>DOM-manipulasie vir dinamiese galerye en navigasie</a:t>
                </a:r>
                <a:endParaRPr lang="af-ZA" sz="850" noProof="0" dirty="0">
                  <a:solidFill>
                    <a:schemeClr val="bg2">
                      <a:lumMod val="25000"/>
                    </a:schemeClr>
                  </a:solidFill>
                </a:endParaRPr>
              </a:p>
            </p:txBody>
          </p:sp>
          <p:sp>
            <p:nvSpPr>
              <p:cNvPr id="8" name="Text 4"/>
              <p:cNvSpPr/>
              <p:nvPr/>
            </p:nvSpPr>
            <p:spPr>
              <a:xfrm>
                <a:off x="571500" y="1572237"/>
                <a:ext cx="2853538" cy="132216"/>
              </a:xfrm>
              <a:prstGeom prst="rect">
                <a:avLst/>
              </a:prstGeom>
              <a:noFill/>
              <a:ln/>
            </p:spPr>
            <p:txBody>
              <a:bodyPr wrap="none" lIns="170053" tIns="0" rIns="0" bIns="0" rtlCol="0" anchor="t">
                <a:spAutoFit/>
              </a:bodyPr>
              <a:lstStyle/>
              <a:p>
                <a:pPr marL="0" indent="0" algn="l">
                  <a:lnSpc>
                    <a:spcPct val="104000"/>
                  </a:lnSpc>
                  <a:buNone/>
                </a:pPr>
                <a:r>
                  <a:rPr lang="af-ZA" sz="850" noProof="0" dirty="0">
                    <a:solidFill>
                      <a:schemeClr val="bg2">
                        <a:lumMod val="25000"/>
                      </a:schemeClr>
                    </a:solidFill>
                    <a:latin typeface="Poppins Light" pitchFamily="34" charset="0"/>
                    <a:ea typeface="Poppins Light" pitchFamily="34" charset="-122"/>
                    <a:cs typeface="Poppins Light" pitchFamily="34" charset="-120"/>
                  </a:rPr>
                  <a:t>Event listeners vir interaktiewe elemente en vorms</a:t>
                </a:r>
                <a:endParaRPr lang="af-ZA" sz="850" noProof="0" dirty="0">
                  <a:solidFill>
                    <a:schemeClr val="bg2">
                      <a:lumMod val="25000"/>
                    </a:schemeClr>
                  </a:solidFill>
                </a:endParaRPr>
              </a:p>
            </p:txBody>
          </p:sp>
          <p:sp>
            <p:nvSpPr>
              <p:cNvPr id="9" name="Text 5"/>
              <p:cNvSpPr/>
              <p:nvPr/>
            </p:nvSpPr>
            <p:spPr>
              <a:xfrm>
                <a:off x="571500" y="1777955"/>
                <a:ext cx="2736518" cy="132216"/>
              </a:xfrm>
              <a:prstGeom prst="rect">
                <a:avLst/>
              </a:prstGeom>
              <a:noFill/>
              <a:ln/>
            </p:spPr>
            <p:txBody>
              <a:bodyPr wrap="none" lIns="170053" tIns="0" rIns="0" bIns="0" rtlCol="0" anchor="t">
                <a:spAutoFit/>
              </a:bodyPr>
              <a:lstStyle/>
              <a:p>
                <a:pPr marL="0" indent="0" algn="l">
                  <a:lnSpc>
                    <a:spcPct val="104000"/>
                  </a:lnSpc>
                  <a:buNone/>
                </a:pPr>
                <a:r>
                  <a:rPr lang="af-ZA" sz="850" noProof="0" dirty="0">
                    <a:solidFill>
                      <a:schemeClr val="bg2">
                        <a:lumMod val="25000"/>
                      </a:schemeClr>
                    </a:solidFill>
                    <a:latin typeface="Poppins Light" pitchFamily="34" charset="0"/>
                    <a:ea typeface="Poppins Light" pitchFamily="34" charset="-122"/>
                    <a:cs typeface="Poppins Light" pitchFamily="34" charset="-120"/>
                  </a:rPr>
                  <a:t>Intydse berekening van besteltotale in die vorm</a:t>
                </a:r>
                <a:endParaRPr lang="af-ZA" sz="850" noProof="0" dirty="0">
                  <a:solidFill>
                    <a:schemeClr val="bg2">
                      <a:lumMod val="25000"/>
                    </a:schemeClr>
                  </a:solidFill>
                </a:endParaRPr>
              </a:p>
            </p:txBody>
          </p:sp>
          <p:sp>
            <p:nvSpPr>
              <p:cNvPr id="10" name="Text 6"/>
              <p:cNvSpPr/>
              <p:nvPr/>
            </p:nvSpPr>
            <p:spPr>
              <a:xfrm>
                <a:off x="571500" y="1983673"/>
                <a:ext cx="2343783" cy="132216"/>
              </a:xfrm>
              <a:prstGeom prst="rect">
                <a:avLst/>
              </a:prstGeom>
              <a:noFill/>
              <a:ln/>
            </p:spPr>
            <p:txBody>
              <a:bodyPr wrap="none" lIns="170053" tIns="0" rIns="0" bIns="0" rtlCol="0" anchor="t">
                <a:spAutoFit/>
              </a:bodyPr>
              <a:lstStyle/>
              <a:p>
                <a:pPr marL="0" indent="0" algn="l">
                  <a:lnSpc>
                    <a:spcPct val="104000"/>
                  </a:lnSpc>
                  <a:buNone/>
                </a:pPr>
                <a:r>
                  <a:rPr lang="af-ZA" sz="850" noProof="0" dirty="0">
                    <a:solidFill>
                      <a:schemeClr val="bg2">
                        <a:lumMod val="25000"/>
                      </a:schemeClr>
                    </a:solidFill>
                    <a:latin typeface="Poppins Light" pitchFamily="34" charset="0"/>
                    <a:ea typeface="Poppins Light" pitchFamily="34" charset="-122"/>
                    <a:cs typeface="Poppins Light" pitchFamily="34" charset="-120"/>
                  </a:rPr>
                  <a:t>Hantering van die inkopie-mandjie teller</a:t>
                </a:r>
                <a:endParaRPr lang="af-ZA" sz="850" noProof="0" dirty="0">
                  <a:solidFill>
                    <a:schemeClr val="bg2">
                      <a:lumMod val="25000"/>
                    </a:schemeClr>
                  </a:solidFill>
                </a:endParaRPr>
              </a:p>
            </p:txBody>
          </p:sp>
          <p:sp>
            <p:nvSpPr>
              <p:cNvPr id="11" name="Text 7"/>
              <p:cNvSpPr/>
              <p:nvPr/>
            </p:nvSpPr>
            <p:spPr>
              <a:xfrm>
                <a:off x="571500" y="2189390"/>
                <a:ext cx="2880789" cy="132216"/>
              </a:xfrm>
              <a:prstGeom prst="rect">
                <a:avLst/>
              </a:prstGeom>
              <a:noFill/>
              <a:ln/>
            </p:spPr>
            <p:txBody>
              <a:bodyPr wrap="none" lIns="170053" tIns="0" rIns="0" bIns="0" rtlCol="0" anchor="t">
                <a:spAutoFit/>
              </a:bodyPr>
              <a:lstStyle/>
              <a:p>
                <a:pPr marL="0" indent="0" algn="l">
                  <a:lnSpc>
                    <a:spcPct val="104000"/>
                  </a:lnSpc>
                  <a:buNone/>
                </a:pPr>
                <a:r>
                  <a:rPr lang="af-ZA" sz="850" noProof="0" dirty="0">
                    <a:solidFill>
                      <a:schemeClr val="bg2">
                        <a:lumMod val="25000"/>
                      </a:schemeClr>
                    </a:solidFill>
                    <a:latin typeface="Poppins Light" pitchFamily="34" charset="0"/>
                    <a:ea typeface="Poppins Light" pitchFamily="34" charset="-122"/>
                    <a:cs typeface="Poppins Light" pitchFamily="34" charset="-120"/>
                  </a:rPr>
                  <a:t>Gebruikersregistrasie en intekening (localStorage)</a:t>
                </a:r>
                <a:endParaRPr lang="af-ZA" sz="850" noProof="0" dirty="0">
                  <a:solidFill>
                    <a:schemeClr val="bg2">
                      <a:lumMod val="25000"/>
                    </a:schemeClr>
                  </a:solidFill>
                </a:endParaRPr>
              </a:p>
            </p:txBody>
          </p:sp>
          <p:sp>
            <p:nvSpPr>
              <p:cNvPr id="19" name="Text 15"/>
              <p:cNvSpPr/>
              <p:nvPr/>
            </p:nvSpPr>
            <p:spPr>
              <a:xfrm>
                <a:off x="571500" y="2930889"/>
                <a:ext cx="2119363" cy="132216"/>
              </a:xfrm>
              <a:prstGeom prst="rect">
                <a:avLst/>
              </a:prstGeom>
              <a:noFill/>
              <a:ln/>
            </p:spPr>
            <p:txBody>
              <a:bodyPr wrap="none" lIns="170053" tIns="0" rIns="0" bIns="0" rtlCol="0" anchor="t">
                <a:spAutoFit/>
              </a:bodyPr>
              <a:lstStyle/>
              <a:p>
                <a:pPr marL="0" indent="0" algn="l">
                  <a:lnSpc>
                    <a:spcPct val="104000"/>
                  </a:lnSpc>
                  <a:buNone/>
                </a:pPr>
                <a:r>
                  <a:rPr lang="af-ZA" sz="850" noProof="0" dirty="0">
                    <a:solidFill>
                      <a:schemeClr val="bg2">
                        <a:lumMod val="25000"/>
                      </a:schemeClr>
                    </a:solidFill>
                    <a:latin typeface="Poppins Light" pitchFamily="34" charset="0"/>
                    <a:ea typeface="Poppins Light" pitchFamily="34" charset="-122"/>
                    <a:cs typeface="Poppins Light" pitchFamily="34" charset="-120"/>
                  </a:rPr>
                  <a:t>Integrasie van 37 hoë-gehalte foto's</a:t>
                </a:r>
                <a:endParaRPr lang="af-ZA" sz="850" noProof="0" dirty="0">
                  <a:solidFill>
                    <a:schemeClr val="bg2">
                      <a:lumMod val="25000"/>
                    </a:schemeClr>
                  </a:solidFill>
                </a:endParaRPr>
              </a:p>
            </p:txBody>
          </p:sp>
          <p:sp>
            <p:nvSpPr>
              <p:cNvPr id="20" name="Text 16"/>
              <p:cNvSpPr/>
              <p:nvPr/>
            </p:nvSpPr>
            <p:spPr>
              <a:xfrm>
                <a:off x="571500" y="3136607"/>
                <a:ext cx="2890407" cy="132216"/>
              </a:xfrm>
              <a:prstGeom prst="rect">
                <a:avLst/>
              </a:prstGeom>
              <a:noFill/>
              <a:ln/>
            </p:spPr>
            <p:txBody>
              <a:bodyPr wrap="none" lIns="170053" tIns="0" rIns="0" bIns="0" rtlCol="0" anchor="t">
                <a:spAutoFit/>
              </a:bodyPr>
              <a:lstStyle/>
              <a:p>
                <a:pPr marL="0" indent="0" algn="l">
                  <a:lnSpc>
                    <a:spcPct val="104000"/>
                  </a:lnSpc>
                  <a:buNone/>
                </a:pPr>
                <a:r>
                  <a:rPr lang="af-ZA" sz="850" noProof="0" dirty="0">
                    <a:solidFill>
                      <a:schemeClr val="bg2">
                        <a:lumMod val="25000"/>
                      </a:schemeClr>
                    </a:solidFill>
                    <a:latin typeface="Poppins Light" pitchFamily="34" charset="0"/>
                    <a:ea typeface="Poppins Light" pitchFamily="34" charset="-122"/>
                    <a:cs typeface="Poppins Light" pitchFamily="34" charset="-120"/>
                  </a:rPr>
                  <a:t>Bemarkingsvideo met Afrikaanse onderskrifte (.vtt)</a:t>
                </a:r>
                <a:endParaRPr lang="af-ZA" sz="850" noProof="0" dirty="0">
                  <a:solidFill>
                    <a:schemeClr val="bg2">
                      <a:lumMod val="25000"/>
                    </a:schemeClr>
                  </a:solidFill>
                </a:endParaRPr>
              </a:p>
            </p:txBody>
          </p:sp>
          <p:sp>
            <p:nvSpPr>
              <p:cNvPr id="21" name="Text 17"/>
              <p:cNvSpPr/>
              <p:nvPr/>
            </p:nvSpPr>
            <p:spPr>
              <a:xfrm>
                <a:off x="571500" y="3342325"/>
                <a:ext cx="2585836" cy="132216"/>
              </a:xfrm>
              <a:prstGeom prst="rect">
                <a:avLst/>
              </a:prstGeom>
              <a:noFill/>
              <a:ln/>
            </p:spPr>
            <p:txBody>
              <a:bodyPr wrap="none" lIns="170053" tIns="0" rIns="0" bIns="0" rtlCol="0" anchor="t">
                <a:spAutoFit/>
              </a:bodyPr>
              <a:lstStyle/>
              <a:p>
                <a:pPr marL="0" indent="0" algn="l">
                  <a:lnSpc>
                    <a:spcPct val="104000"/>
                  </a:lnSpc>
                  <a:buNone/>
                </a:pPr>
                <a:r>
                  <a:rPr lang="af-ZA" sz="850" noProof="0" dirty="0">
                    <a:solidFill>
                      <a:schemeClr val="bg2">
                        <a:lumMod val="25000"/>
                      </a:schemeClr>
                    </a:solidFill>
                    <a:latin typeface="Poppins Light" pitchFamily="34" charset="0"/>
                    <a:ea typeface="Poppins Light" pitchFamily="34" charset="-122"/>
                    <a:cs typeface="Poppins Light" pitchFamily="34" charset="-120"/>
                  </a:rPr>
                  <a:t>Outomatiese logo-verskyning in video-einde</a:t>
                </a:r>
                <a:endParaRPr lang="af-ZA" sz="850" noProof="0" dirty="0">
                  <a:solidFill>
                    <a:schemeClr val="bg2">
                      <a:lumMod val="25000"/>
                    </a:schemeClr>
                  </a:solidFill>
                </a:endParaRPr>
              </a:p>
            </p:txBody>
          </p:sp>
          <p:sp>
            <p:nvSpPr>
              <p:cNvPr id="22" name="Text 18"/>
              <p:cNvSpPr/>
              <p:nvPr/>
            </p:nvSpPr>
            <p:spPr>
              <a:xfrm>
                <a:off x="571500" y="3548042"/>
                <a:ext cx="2351798" cy="132216"/>
              </a:xfrm>
              <a:prstGeom prst="rect">
                <a:avLst/>
              </a:prstGeom>
              <a:noFill/>
              <a:ln/>
            </p:spPr>
            <p:txBody>
              <a:bodyPr wrap="none" lIns="170053" tIns="0" rIns="0" bIns="0" rtlCol="0" anchor="t">
                <a:spAutoFit/>
              </a:bodyPr>
              <a:lstStyle/>
              <a:p>
                <a:pPr marL="0" indent="0" algn="l">
                  <a:lnSpc>
                    <a:spcPct val="104000"/>
                  </a:lnSpc>
                  <a:buNone/>
                </a:pPr>
                <a:r>
                  <a:rPr lang="af-ZA" sz="850" noProof="0" dirty="0">
                    <a:solidFill>
                      <a:schemeClr val="bg2">
                        <a:lumMod val="25000"/>
                      </a:schemeClr>
                    </a:solidFill>
                    <a:latin typeface="Poppins Light" pitchFamily="34" charset="0"/>
                    <a:ea typeface="Poppins Light" pitchFamily="34" charset="-122"/>
                    <a:cs typeface="Poppins Light" pitchFamily="34" charset="-120"/>
                  </a:rPr>
                  <a:t>Produk-carousel met JavaScript-beheer</a:t>
                </a:r>
                <a:endParaRPr lang="af-ZA" sz="850" noProof="0" dirty="0">
                  <a:solidFill>
                    <a:schemeClr val="bg2">
                      <a:lumMod val="25000"/>
                    </a:schemeClr>
                  </a:solidFill>
                </a:endParaRPr>
              </a:p>
            </p:txBody>
          </p:sp>
        </p:grpSp>
        <p:grpSp>
          <p:nvGrpSpPr>
            <p:cNvPr id="35" name="Group 34">
              <a:extLst>
                <a:ext uri="{FF2B5EF4-FFF2-40B4-BE49-F238E27FC236}">
                  <a16:creationId xmlns:a16="http://schemas.microsoft.com/office/drawing/2014/main" id="{B6D79C2B-BF0E-101D-6409-13DADB2FB2F8}"/>
                </a:ext>
              </a:extLst>
            </p:cNvPr>
            <p:cNvGrpSpPr/>
            <p:nvPr/>
          </p:nvGrpSpPr>
          <p:grpSpPr>
            <a:xfrm>
              <a:off x="571500" y="1337945"/>
              <a:ext cx="50006" cy="2367260"/>
              <a:chOff x="571500" y="1337945"/>
              <a:chExt cx="50006" cy="2367260"/>
            </a:xfrm>
          </p:grpSpPr>
          <p:sp>
            <p:nvSpPr>
              <p:cNvPr id="12" name="Text 8"/>
              <p:cNvSpPr/>
              <p:nvPr/>
            </p:nvSpPr>
            <p:spPr>
              <a:xfrm>
                <a:off x="571500" y="1337945"/>
                <a:ext cx="50006" cy="185738"/>
              </a:xfrm>
              <a:prstGeom prst="rect">
                <a:avLst/>
              </a:prstGeom>
              <a:noFill/>
              <a:ln/>
            </p:spPr>
            <p:txBody>
              <a:bodyPr wrap="none" lIns="0" tIns="0" rIns="0" bIns="0" rtlCol="0" anchor="t">
                <a:spAutoFit/>
              </a:bodyPr>
              <a:lstStyle/>
              <a:p>
                <a:pPr marL="0" indent="0" algn="l">
                  <a:lnSpc>
                    <a:spcPct val="104000"/>
                  </a:lnSpc>
                  <a:buNone/>
                </a:pPr>
                <a:r>
                  <a:rPr lang="af-ZA" sz="1050" noProof="0" dirty="0">
                    <a:solidFill>
                      <a:srgbClr val="8FBC8F"/>
                    </a:solidFill>
                    <a:latin typeface="Poppins Light" pitchFamily="34" charset="0"/>
                    <a:ea typeface="Poppins Light" pitchFamily="34" charset="-122"/>
                    <a:cs typeface="Poppins Light" pitchFamily="34" charset="-120"/>
                  </a:rPr>
                  <a:t>•</a:t>
                </a:r>
                <a:endParaRPr lang="af-ZA" sz="1050" noProof="0" dirty="0"/>
              </a:p>
            </p:txBody>
          </p:sp>
          <p:sp>
            <p:nvSpPr>
              <p:cNvPr id="13" name="Text 9"/>
              <p:cNvSpPr/>
              <p:nvPr/>
            </p:nvSpPr>
            <p:spPr>
              <a:xfrm>
                <a:off x="571500" y="1543662"/>
                <a:ext cx="50006" cy="185738"/>
              </a:xfrm>
              <a:prstGeom prst="rect">
                <a:avLst/>
              </a:prstGeom>
              <a:noFill/>
              <a:ln/>
            </p:spPr>
            <p:txBody>
              <a:bodyPr wrap="none" lIns="0" tIns="0" rIns="0" bIns="0" rtlCol="0" anchor="t">
                <a:spAutoFit/>
              </a:bodyPr>
              <a:lstStyle/>
              <a:p>
                <a:pPr marL="0" indent="0" algn="l">
                  <a:lnSpc>
                    <a:spcPct val="104000"/>
                  </a:lnSpc>
                  <a:buNone/>
                </a:pPr>
                <a:r>
                  <a:rPr lang="af-ZA" sz="1050" noProof="0" dirty="0">
                    <a:solidFill>
                      <a:srgbClr val="8FBC8F"/>
                    </a:solidFill>
                    <a:latin typeface="Poppins Light" pitchFamily="34" charset="0"/>
                    <a:ea typeface="Poppins Light" pitchFamily="34" charset="-122"/>
                    <a:cs typeface="Poppins Light" pitchFamily="34" charset="-120"/>
                  </a:rPr>
                  <a:t>•</a:t>
                </a:r>
                <a:endParaRPr lang="af-ZA" sz="1050" noProof="0" dirty="0"/>
              </a:p>
            </p:txBody>
          </p:sp>
          <p:sp>
            <p:nvSpPr>
              <p:cNvPr id="14" name="Text 10"/>
              <p:cNvSpPr/>
              <p:nvPr/>
            </p:nvSpPr>
            <p:spPr>
              <a:xfrm>
                <a:off x="571500" y="1749380"/>
                <a:ext cx="50006" cy="185738"/>
              </a:xfrm>
              <a:prstGeom prst="rect">
                <a:avLst/>
              </a:prstGeom>
              <a:noFill/>
              <a:ln/>
            </p:spPr>
            <p:txBody>
              <a:bodyPr wrap="none" lIns="0" tIns="0" rIns="0" bIns="0" rtlCol="0" anchor="t">
                <a:spAutoFit/>
              </a:bodyPr>
              <a:lstStyle/>
              <a:p>
                <a:pPr marL="0" indent="0" algn="l">
                  <a:lnSpc>
                    <a:spcPct val="104000"/>
                  </a:lnSpc>
                  <a:buNone/>
                </a:pPr>
                <a:r>
                  <a:rPr lang="af-ZA" sz="1050" noProof="0" dirty="0">
                    <a:solidFill>
                      <a:srgbClr val="8FBC8F"/>
                    </a:solidFill>
                    <a:latin typeface="Poppins Light" pitchFamily="34" charset="0"/>
                    <a:ea typeface="Poppins Light" pitchFamily="34" charset="-122"/>
                    <a:cs typeface="Poppins Light" pitchFamily="34" charset="-120"/>
                  </a:rPr>
                  <a:t>•</a:t>
                </a:r>
                <a:endParaRPr lang="af-ZA" sz="1050" noProof="0" dirty="0"/>
              </a:p>
            </p:txBody>
          </p:sp>
          <p:sp>
            <p:nvSpPr>
              <p:cNvPr id="15" name="Text 11"/>
              <p:cNvSpPr/>
              <p:nvPr/>
            </p:nvSpPr>
            <p:spPr>
              <a:xfrm>
                <a:off x="571500" y="1955098"/>
                <a:ext cx="50006" cy="185738"/>
              </a:xfrm>
              <a:prstGeom prst="rect">
                <a:avLst/>
              </a:prstGeom>
              <a:noFill/>
              <a:ln/>
            </p:spPr>
            <p:txBody>
              <a:bodyPr wrap="none" lIns="0" tIns="0" rIns="0" bIns="0" rtlCol="0" anchor="t">
                <a:spAutoFit/>
              </a:bodyPr>
              <a:lstStyle/>
              <a:p>
                <a:pPr marL="0" indent="0" algn="l">
                  <a:lnSpc>
                    <a:spcPct val="104000"/>
                  </a:lnSpc>
                  <a:buNone/>
                </a:pPr>
                <a:r>
                  <a:rPr lang="af-ZA" sz="1050" noProof="0" dirty="0">
                    <a:solidFill>
                      <a:srgbClr val="8FBC8F"/>
                    </a:solidFill>
                    <a:latin typeface="Poppins Light" pitchFamily="34" charset="0"/>
                    <a:ea typeface="Poppins Light" pitchFamily="34" charset="-122"/>
                    <a:cs typeface="Poppins Light" pitchFamily="34" charset="-120"/>
                  </a:rPr>
                  <a:t>•</a:t>
                </a:r>
                <a:endParaRPr lang="af-ZA" sz="1050" noProof="0" dirty="0"/>
              </a:p>
            </p:txBody>
          </p:sp>
          <p:sp>
            <p:nvSpPr>
              <p:cNvPr id="16" name="Text 12"/>
              <p:cNvSpPr/>
              <p:nvPr/>
            </p:nvSpPr>
            <p:spPr>
              <a:xfrm>
                <a:off x="571500" y="2160815"/>
                <a:ext cx="50006" cy="185738"/>
              </a:xfrm>
              <a:prstGeom prst="rect">
                <a:avLst/>
              </a:prstGeom>
              <a:noFill/>
              <a:ln/>
            </p:spPr>
            <p:txBody>
              <a:bodyPr wrap="none" lIns="0" tIns="0" rIns="0" bIns="0" rtlCol="0" anchor="t">
                <a:spAutoFit/>
              </a:bodyPr>
              <a:lstStyle/>
              <a:p>
                <a:pPr marL="0" indent="0" algn="l">
                  <a:lnSpc>
                    <a:spcPct val="104000"/>
                  </a:lnSpc>
                  <a:buNone/>
                </a:pPr>
                <a:r>
                  <a:rPr lang="af-ZA" sz="1050" noProof="0" dirty="0">
                    <a:solidFill>
                      <a:srgbClr val="8FBC8F"/>
                    </a:solidFill>
                    <a:latin typeface="Poppins Light" pitchFamily="34" charset="0"/>
                    <a:ea typeface="Poppins Light" pitchFamily="34" charset="-122"/>
                    <a:cs typeface="Poppins Light" pitchFamily="34" charset="-120"/>
                  </a:rPr>
                  <a:t>•</a:t>
                </a:r>
                <a:endParaRPr lang="af-ZA" sz="1050" noProof="0" dirty="0"/>
              </a:p>
            </p:txBody>
          </p:sp>
          <p:sp>
            <p:nvSpPr>
              <p:cNvPr id="23" name="Text 19"/>
              <p:cNvSpPr/>
              <p:nvPr/>
            </p:nvSpPr>
            <p:spPr>
              <a:xfrm>
                <a:off x="571500" y="2902314"/>
                <a:ext cx="50006" cy="185738"/>
              </a:xfrm>
              <a:prstGeom prst="rect">
                <a:avLst/>
              </a:prstGeom>
              <a:noFill/>
              <a:ln/>
            </p:spPr>
            <p:txBody>
              <a:bodyPr wrap="none" lIns="0" tIns="0" rIns="0" bIns="0" rtlCol="0" anchor="t">
                <a:spAutoFit/>
              </a:bodyPr>
              <a:lstStyle/>
              <a:p>
                <a:pPr marL="0" indent="0" algn="l">
                  <a:lnSpc>
                    <a:spcPct val="104000"/>
                  </a:lnSpc>
                  <a:buNone/>
                </a:pPr>
                <a:r>
                  <a:rPr lang="af-ZA" sz="1050" noProof="0" dirty="0">
                    <a:solidFill>
                      <a:srgbClr val="8FBC8F"/>
                    </a:solidFill>
                    <a:latin typeface="Poppins Light" pitchFamily="34" charset="0"/>
                    <a:ea typeface="Poppins Light" pitchFamily="34" charset="-122"/>
                    <a:cs typeface="Poppins Light" pitchFamily="34" charset="-120"/>
                  </a:rPr>
                  <a:t>•</a:t>
                </a:r>
                <a:endParaRPr lang="af-ZA" sz="1050" noProof="0" dirty="0"/>
              </a:p>
            </p:txBody>
          </p:sp>
          <p:sp>
            <p:nvSpPr>
              <p:cNvPr id="24" name="Text 20"/>
              <p:cNvSpPr/>
              <p:nvPr/>
            </p:nvSpPr>
            <p:spPr>
              <a:xfrm>
                <a:off x="571500" y="3108032"/>
                <a:ext cx="50006" cy="185738"/>
              </a:xfrm>
              <a:prstGeom prst="rect">
                <a:avLst/>
              </a:prstGeom>
              <a:noFill/>
              <a:ln/>
            </p:spPr>
            <p:txBody>
              <a:bodyPr wrap="none" lIns="0" tIns="0" rIns="0" bIns="0" rtlCol="0" anchor="t">
                <a:spAutoFit/>
              </a:bodyPr>
              <a:lstStyle/>
              <a:p>
                <a:pPr marL="0" indent="0" algn="l">
                  <a:lnSpc>
                    <a:spcPct val="104000"/>
                  </a:lnSpc>
                  <a:buNone/>
                </a:pPr>
                <a:r>
                  <a:rPr lang="af-ZA" sz="1050" noProof="0" dirty="0">
                    <a:solidFill>
                      <a:srgbClr val="8FBC8F"/>
                    </a:solidFill>
                    <a:latin typeface="Poppins Light" pitchFamily="34" charset="0"/>
                    <a:ea typeface="Poppins Light" pitchFamily="34" charset="-122"/>
                    <a:cs typeface="Poppins Light" pitchFamily="34" charset="-120"/>
                  </a:rPr>
                  <a:t>•</a:t>
                </a:r>
                <a:endParaRPr lang="af-ZA" sz="1050" noProof="0" dirty="0"/>
              </a:p>
            </p:txBody>
          </p:sp>
          <p:sp>
            <p:nvSpPr>
              <p:cNvPr id="25" name="Text 21"/>
              <p:cNvSpPr/>
              <p:nvPr/>
            </p:nvSpPr>
            <p:spPr>
              <a:xfrm>
                <a:off x="571500" y="3313750"/>
                <a:ext cx="50006" cy="185738"/>
              </a:xfrm>
              <a:prstGeom prst="rect">
                <a:avLst/>
              </a:prstGeom>
              <a:noFill/>
              <a:ln/>
            </p:spPr>
            <p:txBody>
              <a:bodyPr wrap="none" lIns="0" tIns="0" rIns="0" bIns="0" rtlCol="0" anchor="t">
                <a:spAutoFit/>
              </a:bodyPr>
              <a:lstStyle/>
              <a:p>
                <a:pPr marL="0" indent="0" algn="l">
                  <a:lnSpc>
                    <a:spcPct val="104000"/>
                  </a:lnSpc>
                  <a:buNone/>
                </a:pPr>
                <a:r>
                  <a:rPr lang="af-ZA" sz="1050" noProof="0" dirty="0">
                    <a:solidFill>
                      <a:srgbClr val="8FBC8F"/>
                    </a:solidFill>
                    <a:latin typeface="Poppins Light" pitchFamily="34" charset="0"/>
                    <a:ea typeface="Poppins Light" pitchFamily="34" charset="-122"/>
                    <a:cs typeface="Poppins Light" pitchFamily="34" charset="-120"/>
                  </a:rPr>
                  <a:t>•</a:t>
                </a:r>
                <a:endParaRPr lang="af-ZA" sz="1050" noProof="0" dirty="0"/>
              </a:p>
            </p:txBody>
          </p:sp>
          <p:sp>
            <p:nvSpPr>
              <p:cNvPr id="26" name="Text 22"/>
              <p:cNvSpPr/>
              <p:nvPr/>
            </p:nvSpPr>
            <p:spPr>
              <a:xfrm>
                <a:off x="571500" y="3519467"/>
                <a:ext cx="50006" cy="185738"/>
              </a:xfrm>
              <a:prstGeom prst="rect">
                <a:avLst/>
              </a:prstGeom>
              <a:noFill/>
              <a:ln/>
            </p:spPr>
            <p:txBody>
              <a:bodyPr wrap="none" lIns="0" tIns="0" rIns="0" bIns="0" rtlCol="0" anchor="t">
                <a:spAutoFit/>
              </a:bodyPr>
              <a:lstStyle/>
              <a:p>
                <a:pPr marL="0" indent="0" algn="l">
                  <a:lnSpc>
                    <a:spcPct val="104000"/>
                  </a:lnSpc>
                  <a:buNone/>
                </a:pPr>
                <a:r>
                  <a:rPr lang="af-ZA" sz="1050" noProof="0" dirty="0">
                    <a:solidFill>
                      <a:srgbClr val="8FBC8F"/>
                    </a:solidFill>
                    <a:latin typeface="Poppins Light" pitchFamily="34" charset="0"/>
                    <a:ea typeface="Poppins Light" pitchFamily="34" charset="-122"/>
                    <a:cs typeface="Poppins Light" pitchFamily="34" charset="-120"/>
                  </a:rPr>
                  <a:t>•</a:t>
                </a:r>
                <a:endParaRPr lang="af-ZA" sz="1050" noProof="0" dirty="0"/>
              </a:p>
            </p:txBody>
          </p:sp>
        </p:grpSp>
      </p:grpSp>
      <p:grpSp>
        <p:nvGrpSpPr>
          <p:cNvPr id="38" name="Group 37">
            <a:extLst>
              <a:ext uri="{FF2B5EF4-FFF2-40B4-BE49-F238E27FC236}">
                <a16:creationId xmlns:a16="http://schemas.microsoft.com/office/drawing/2014/main" id="{E4911AF6-FDE5-8D96-5799-8AEF79B65050}"/>
              </a:ext>
            </a:extLst>
          </p:cNvPr>
          <p:cNvGrpSpPr/>
          <p:nvPr/>
        </p:nvGrpSpPr>
        <p:grpSpPr>
          <a:xfrm>
            <a:off x="5313066" y="1014762"/>
            <a:ext cx="3571876" cy="3604215"/>
            <a:chOff x="5378411" y="782815"/>
            <a:chExt cx="3571876" cy="3604215"/>
          </a:xfrm>
        </p:grpSpPr>
        <p:grpSp>
          <p:nvGrpSpPr>
            <p:cNvPr id="39" name="Group 38">
              <a:extLst>
                <a:ext uri="{FF2B5EF4-FFF2-40B4-BE49-F238E27FC236}">
                  <a16:creationId xmlns:a16="http://schemas.microsoft.com/office/drawing/2014/main" id="{6EC6C7D1-D5E9-D174-1FA6-BD0E7FBA4B70}"/>
                </a:ext>
              </a:extLst>
            </p:cNvPr>
            <p:cNvGrpSpPr/>
            <p:nvPr/>
          </p:nvGrpSpPr>
          <p:grpSpPr>
            <a:xfrm>
              <a:off x="5378411" y="782815"/>
              <a:ext cx="3571876" cy="3577870"/>
              <a:chOff x="5229224" y="444002"/>
              <a:chExt cx="3571876" cy="3577870"/>
            </a:xfrm>
          </p:grpSpPr>
          <p:pic>
            <p:nvPicPr>
              <p:cNvPr id="41" name="Image 1">
                <a:extLst>
                  <a:ext uri="{FF2B5EF4-FFF2-40B4-BE49-F238E27FC236}">
                    <a16:creationId xmlns:a16="http://schemas.microsoft.com/office/drawing/2014/main" id="{1021DACE-1712-ABCB-3795-1FBB0DEA2F3B}"/>
                  </a:ext>
                </a:extLst>
              </p:cNvPr>
              <p:cNvPicPr>
                <a:picLocks noChangeAspect="1"/>
              </p:cNvPicPr>
              <p:nvPr/>
            </p:nvPicPr>
            <p:blipFill>
              <a:blip r:embed="rId4"/>
              <a:srcRect l="4348" r="4348"/>
              <a:stretch/>
            </p:blipFill>
            <p:spPr>
              <a:xfrm>
                <a:off x="5229225" y="449997"/>
                <a:ext cx="3571875" cy="3571875"/>
              </a:xfrm>
              <a:prstGeom prst="flowChartConnector">
                <a:avLst/>
              </a:prstGeom>
            </p:spPr>
          </p:pic>
          <p:sp>
            <p:nvSpPr>
              <p:cNvPr id="42" name="Shape 19">
                <a:extLst>
                  <a:ext uri="{FF2B5EF4-FFF2-40B4-BE49-F238E27FC236}">
                    <a16:creationId xmlns:a16="http://schemas.microsoft.com/office/drawing/2014/main" id="{FE2EF9ED-DF8F-00FA-E78E-3150D4EAEA5D}"/>
                  </a:ext>
                </a:extLst>
              </p:cNvPr>
              <p:cNvSpPr>
                <a:spLocks noChangeAspect="1"/>
              </p:cNvSpPr>
              <p:nvPr/>
            </p:nvSpPr>
            <p:spPr>
              <a:xfrm>
                <a:off x="5229224" y="444002"/>
                <a:ext cx="3571875" cy="3571875"/>
              </a:xfrm>
              <a:custGeom>
                <a:avLst/>
                <a:gdLst>
                  <a:gd name="csX0" fmla="*/ 0 w 3571875"/>
                  <a:gd name="csY0" fmla="*/ 1785938 h 3571875"/>
                  <a:gd name="csX1" fmla="*/ 1785938 w 3571875"/>
                  <a:gd name="csY1" fmla="*/ 0 h 3571875"/>
                  <a:gd name="csX2" fmla="*/ 3571876 w 3571875"/>
                  <a:gd name="csY2" fmla="*/ 1785938 h 3571875"/>
                  <a:gd name="csX3" fmla="*/ 1785938 w 3571875"/>
                  <a:gd name="csY3" fmla="*/ 3571876 h 3571875"/>
                  <a:gd name="csX4" fmla="*/ 0 w 3571875"/>
                  <a:gd name="csY4" fmla="*/ 1785938 h 3571875"/>
                </a:gdLst>
                <a:ahLst/>
                <a:cxnLst>
                  <a:cxn ang="0">
                    <a:pos x="csX0" y="csY0"/>
                  </a:cxn>
                  <a:cxn ang="0">
                    <a:pos x="csX1" y="csY1"/>
                  </a:cxn>
                  <a:cxn ang="0">
                    <a:pos x="csX2" y="csY2"/>
                  </a:cxn>
                  <a:cxn ang="0">
                    <a:pos x="csX3" y="csY3"/>
                  </a:cxn>
                  <a:cxn ang="0">
                    <a:pos x="csX4" y="csY4"/>
                  </a:cxn>
                </a:cxnLst>
                <a:rect l="l" t="t" r="r" b="b"/>
                <a:pathLst>
                  <a:path w="3571875" h="3571875" fill="none" extrusionOk="0">
                    <a:moveTo>
                      <a:pt x="0" y="1785938"/>
                    </a:moveTo>
                    <a:cubicBezTo>
                      <a:pt x="190372" y="822176"/>
                      <a:pt x="849198" y="-102089"/>
                      <a:pt x="1785938" y="0"/>
                    </a:cubicBezTo>
                    <a:cubicBezTo>
                      <a:pt x="2640341" y="-20205"/>
                      <a:pt x="3454607" y="909999"/>
                      <a:pt x="3571876" y="1785938"/>
                    </a:cubicBezTo>
                    <a:cubicBezTo>
                      <a:pt x="3568862" y="2743543"/>
                      <a:pt x="2721843" y="3641975"/>
                      <a:pt x="1785938" y="3571876"/>
                    </a:cubicBezTo>
                    <a:cubicBezTo>
                      <a:pt x="964137" y="3663995"/>
                      <a:pt x="164240" y="2811773"/>
                      <a:pt x="0" y="1785938"/>
                    </a:cubicBezTo>
                    <a:close/>
                  </a:path>
                  <a:path w="3571875" h="3571875" stroke="0" extrusionOk="0">
                    <a:moveTo>
                      <a:pt x="0" y="1785938"/>
                    </a:moveTo>
                    <a:cubicBezTo>
                      <a:pt x="-22549" y="785683"/>
                      <a:pt x="757491" y="15801"/>
                      <a:pt x="1785938" y="0"/>
                    </a:cubicBezTo>
                    <a:cubicBezTo>
                      <a:pt x="2928032" y="32789"/>
                      <a:pt x="3472614" y="802748"/>
                      <a:pt x="3571876" y="1785938"/>
                    </a:cubicBezTo>
                    <a:cubicBezTo>
                      <a:pt x="3499583" y="2842882"/>
                      <a:pt x="2763951" y="3617933"/>
                      <a:pt x="1785938" y="3571876"/>
                    </a:cubicBezTo>
                    <a:cubicBezTo>
                      <a:pt x="742655" y="3540724"/>
                      <a:pt x="10965" y="2777523"/>
                      <a:pt x="0" y="1785938"/>
                    </a:cubicBezTo>
                    <a:close/>
                  </a:path>
                </a:pathLst>
              </a:custGeom>
              <a:solidFill>
                <a:srgbClr val="000000">
                  <a:alpha val="0"/>
                </a:srgbClr>
              </a:solidFill>
              <a:ln w="28575" cap="rnd">
                <a:solidFill>
                  <a:schemeClr val="accent6">
                    <a:lumMod val="50000"/>
                  </a:schemeClr>
                </a:solidFill>
                <a:prstDash val="solid"/>
                <a:extLst>
                  <a:ext uri="{C807C97D-BFC1-408E-A445-0C87EB9F89A2}">
                    <ask:lineSketchStyleProps xmlns:ask="http://schemas.microsoft.com/office/drawing/2018/sketchyshapes" sd="1219033472">
                      <a:prstGeom prst="ellipse">
                        <a:avLst/>
                      </a:prstGeom>
                      <ask:type>
                        <ask:lineSketchCurved/>
                      </ask:type>
                    </ask:lineSketchStyleProps>
                  </a:ext>
                </a:extLst>
              </a:ln>
            </p:spPr>
            <p:txBody>
              <a:bodyPr/>
              <a:lstStyle/>
              <a:p>
                <a:endParaRPr lang="af-ZA" noProof="0" dirty="0"/>
              </a:p>
            </p:txBody>
          </p:sp>
        </p:grpSp>
        <p:sp>
          <p:nvSpPr>
            <p:cNvPr id="40" name="Shape 19">
              <a:extLst>
                <a:ext uri="{FF2B5EF4-FFF2-40B4-BE49-F238E27FC236}">
                  <a16:creationId xmlns:a16="http://schemas.microsoft.com/office/drawing/2014/main" id="{00488AE0-6998-95B6-91DB-AADEE3BBB8C9}"/>
                </a:ext>
              </a:extLst>
            </p:cNvPr>
            <p:cNvSpPr>
              <a:spLocks noChangeAspect="1"/>
            </p:cNvSpPr>
            <p:nvPr/>
          </p:nvSpPr>
          <p:spPr>
            <a:xfrm>
              <a:off x="5378411" y="815155"/>
              <a:ext cx="3571875" cy="3571875"/>
            </a:xfrm>
            <a:prstGeom prst="ellipse">
              <a:avLst/>
            </a:prstGeom>
            <a:solidFill>
              <a:srgbClr val="000000">
                <a:alpha val="0"/>
              </a:srgbClr>
            </a:solidFill>
            <a:ln w="54864" cap="rnd">
              <a:solidFill>
                <a:schemeClr val="accent6">
                  <a:lumMod val="50000"/>
                </a:schemeClr>
              </a:solidFill>
              <a:prstDash val="solid"/>
              <a:extLst>
                <a:ext uri="{C807C97D-BFC1-408E-A445-0C87EB9F89A2}">
                  <ask:lineSketchStyleProps xmlns:ask="http://schemas.microsoft.com/office/drawing/2018/sketchyshapes" sd="1219033472">
                    <a:custGeom>
                      <a:avLst/>
                      <a:gdLst>
                        <a:gd name="csX0" fmla="*/ 0 w 3571875"/>
                        <a:gd name="csY0" fmla="*/ 1785938 h 3571875"/>
                        <a:gd name="csX1" fmla="*/ 1785938 w 3571875"/>
                        <a:gd name="csY1" fmla="*/ 0 h 3571875"/>
                        <a:gd name="csX2" fmla="*/ 3571876 w 3571875"/>
                        <a:gd name="csY2" fmla="*/ 1785938 h 3571875"/>
                        <a:gd name="csX3" fmla="*/ 1785938 w 3571875"/>
                        <a:gd name="csY3" fmla="*/ 3571876 h 3571875"/>
                        <a:gd name="csX4" fmla="*/ 0 w 3571875"/>
                        <a:gd name="csY4" fmla="*/ 1785938 h 3571875"/>
                      </a:gdLst>
                      <a:ahLst/>
                      <a:cxnLst>
                        <a:cxn ang="0">
                          <a:pos x="csX0" y="csY0"/>
                        </a:cxn>
                        <a:cxn ang="0">
                          <a:pos x="csX1" y="csY1"/>
                        </a:cxn>
                        <a:cxn ang="0">
                          <a:pos x="csX2" y="csY2"/>
                        </a:cxn>
                        <a:cxn ang="0">
                          <a:pos x="csX3" y="csY3"/>
                        </a:cxn>
                        <a:cxn ang="0">
                          <a:pos x="csX4" y="csY4"/>
                        </a:cxn>
                      </a:cxnLst>
                      <a:rect l="l" t="t" r="r" b="b"/>
                      <a:pathLst>
                        <a:path w="3571875" h="3571875" fill="none" extrusionOk="0">
                          <a:moveTo>
                            <a:pt x="0" y="1785938"/>
                          </a:moveTo>
                          <a:cubicBezTo>
                            <a:pt x="142906" y="816545"/>
                            <a:pt x="813708" y="-29050"/>
                            <a:pt x="1785938" y="0"/>
                          </a:cubicBezTo>
                          <a:cubicBezTo>
                            <a:pt x="2551185" y="-33858"/>
                            <a:pt x="3450990" y="913405"/>
                            <a:pt x="3571876" y="1785938"/>
                          </a:cubicBezTo>
                          <a:cubicBezTo>
                            <a:pt x="3551081" y="2573977"/>
                            <a:pt x="2700105" y="3672184"/>
                            <a:pt x="1785938" y="3571876"/>
                          </a:cubicBezTo>
                          <a:cubicBezTo>
                            <a:pt x="1010105" y="3689730"/>
                            <a:pt x="238366" y="2829596"/>
                            <a:pt x="0" y="1785938"/>
                          </a:cubicBezTo>
                          <a:close/>
                        </a:path>
                        <a:path w="3571875" h="3571875" stroke="0" extrusionOk="0">
                          <a:moveTo>
                            <a:pt x="0" y="1785938"/>
                          </a:moveTo>
                          <a:cubicBezTo>
                            <a:pt x="-90400" y="743831"/>
                            <a:pt x="531676" y="100553"/>
                            <a:pt x="1785938" y="0"/>
                          </a:cubicBezTo>
                          <a:cubicBezTo>
                            <a:pt x="3055021" y="59523"/>
                            <a:pt x="3439604" y="803798"/>
                            <a:pt x="3571876" y="1785938"/>
                          </a:cubicBezTo>
                          <a:cubicBezTo>
                            <a:pt x="3460329" y="2881216"/>
                            <a:pt x="2733254" y="3787608"/>
                            <a:pt x="1785938" y="3571876"/>
                          </a:cubicBezTo>
                          <a:cubicBezTo>
                            <a:pt x="773408" y="3557550"/>
                            <a:pt x="266049" y="2899404"/>
                            <a:pt x="0" y="1785938"/>
                          </a:cubicBezTo>
                          <a:close/>
                        </a:path>
                      </a:pathLst>
                    </a:custGeom>
                    <ask:type>
                      <ask:lineSketchNone/>
                    </ask:type>
                  </ask:lineSketchStyleProps>
                </a:ext>
              </a:extLst>
            </a:ln>
          </p:spPr>
          <p:txBody>
            <a:bodyPr/>
            <a:lstStyle/>
            <a:p>
              <a:endParaRPr lang="af-ZA" noProof="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25" name="Flowchart: Delay 24">
            <a:extLst>
              <a:ext uri="{FF2B5EF4-FFF2-40B4-BE49-F238E27FC236}">
                <a16:creationId xmlns:a16="http://schemas.microsoft.com/office/drawing/2014/main" id="{DA7E7332-6608-F790-6838-F88C79ED351B}"/>
              </a:ext>
            </a:extLst>
          </p:cNvPr>
          <p:cNvSpPr/>
          <p:nvPr/>
        </p:nvSpPr>
        <p:spPr>
          <a:xfrm flipH="1">
            <a:off x="5029647" y="-16369"/>
            <a:ext cx="4114354" cy="5167807"/>
          </a:xfrm>
          <a:custGeom>
            <a:avLst/>
            <a:gdLst>
              <a:gd name="csX0" fmla="*/ 0 w 3686174"/>
              <a:gd name="csY0" fmla="*/ 0 h 3308605"/>
              <a:gd name="csX1" fmla="*/ 1843087 w 3686174"/>
              <a:gd name="csY1" fmla="*/ 0 h 3308605"/>
              <a:gd name="csX2" fmla="*/ 3686174 w 3686174"/>
              <a:gd name="csY2" fmla="*/ 1654303 h 3308605"/>
              <a:gd name="csX3" fmla="*/ 1843087 w 3686174"/>
              <a:gd name="csY3" fmla="*/ 3308606 h 3308605"/>
              <a:gd name="csX4" fmla="*/ 0 w 3686174"/>
              <a:gd name="csY4" fmla="*/ 3308605 h 3308605"/>
              <a:gd name="csX5" fmla="*/ 0 w 3686174"/>
              <a:gd name="csY5" fmla="*/ 0 h 3308605"/>
              <a:gd name="csX0" fmla="*/ 0 w 3693794"/>
              <a:gd name="csY0" fmla="*/ 0 h 4192526"/>
              <a:gd name="csX1" fmla="*/ 1850707 w 3693794"/>
              <a:gd name="csY1" fmla="*/ 883920 h 4192526"/>
              <a:gd name="csX2" fmla="*/ 3693794 w 3693794"/>
              <a:gd name="csY2" fmla="*/ 2538223 h 4192526"/>
              <a:gd name="csX3" fmla="*/ 1850707 w 3693794"/>
              <a:gd name="csY3" fmla="*/ 4192526 h 4192526"/>
              <a:gd name="csX4" fmla="*/ 7620 w 3693794"/>
              <a:gd name="csY4" fmla="*/ 4192525 h 4192526"/>
              <a:gd name="csX5" fmla="*/ 0 w 3693794"/>
              <a:gd name="csY5" fmla="*/ 0 h 4192526"/>
              <a:gd name="csX0" fmla="*/ 0 w 3693794"/>
              <a:gd name="csY0" fmla="*/ 0 h 5122165"/>
              <a:gd name="csX1" fmla="*/ 1850707 w 3693794"/>
              <a:gd name="csY1" fmla="*/ 883920 h 5122165"/>
              <a:gd name="csX2" fmla="*/ 3693794 w 3693794"/>
              <a:gd name="csY2" fmla="*/ 2538223 h 5122165"/>
              <a:gd name="csX3" fmla="*/ 1850707 w 3693794"/>
              <a:gd name="csY3" fmla="*/ 4192526 h 5122165"/>
              <a:gd name="csX4" fmla="*/ 0 w 3693794"/>
              <a:gd name="csY4" fmla="*/ 5122165 h 5122165"/>
              <a:gd name="csX5" fmla="*/ 0 w 3693794"/>
              <a:gd name="csY5" fmla="*/ 0 h 5122165"/>
              <a:gd name="csX0" fmla="*/ 0 w 3693794"/>
              <a:gd name="csY0" fmla="*/ 0 h 5122165"/>
              <a:gd name="csX1" fmla="*/ 1850707 w 3693794"/>
              <a:gd name="csY1" fmla="*/ 883920 h 5122165"/>
              <a:gd name="csX2" fmla="*/ 3693794 w 3693794"/>
              <a:gd name="csY2" fmla="*/ 2538223 h 5122165"/>
              <a:gd name="csX3" fmla="*/ 1850707 w 3693794"/>
              <a:gd name="csY3" fmla="*/ 4649726 h 5122165"/>
              <a:gd name="csX4" fmla="*/ 0 w 3693794"/>
              <a:gd name="csY4" fmla="*/ 5122165 h 5122165"/>
              <a:gd name="csX5" fmla="*/ 0 w 3693794"/>
              <a:gd name="csY5" fmla="*/ 0 h 5122165"/>
              <a:gd name="csX0" fmla="*/ 0 w 3694109"/>
              <a:gd name="csY0" fmla="*/ 0 h 5122165"/>
              <a:gd name="csX1" fmla="*/ 1850707 w 3694109"/>
              <a:gd name="csY1" fmla="*/ 883920 h 5122165"/>
              <a:gd name="csX2" fmla="*/ 3693794 w 3694109"/>
              <a:gd name="csY2" fmla="*/ 2538223 h 5122165"/>
              <a:gd name="csX3" fmla="*/ 1957387 w 3694109"/>
              <a:gd name="csY3" fmla="*/ 4718306 h 5122165"/>
              <a:gd name="csX4" fmla="*/ 0 w 3694109"/>
              <a:gd name="csY4" fmla="*/ 5122165 h 5122165"/>
              <a:gd name="csX5" fmla="*/ 0 w 3694109"/>
              <a:gd name="csY5" fmla="*/ 0 h 5122165"/>
              <a:gd name="csX0" fmla="*/ 0 w 3694286"/>
              <a:gd name="csY0" fmla="*/ 0 h 5122165"/>
              <a:gd name="csX1" fmla="*/ 1850707 w 3694286"/>
              <a:gd name="csY1" fmla="*/ 883920 h 5122165"/>
              <a:gd name="csX2" fmla="*/ 3693794 w 3694286"/>
              <a:gd name="csY2" fmla="*/ 2538223 h 5122165"/>
              <a:gd name="csX3" fmla="*/ 1957387 w 3694286"/>
              <a:gd name="csY3" fmla="*/ 4718306 h 5122165"/>
              <a:gd name="csX4" fmla="*/ 0 w 3694286"/>
              <a:gd name="csY4" fmla="*/ 5122165 h 5122165"/>
              <a:gd name="csX5" fmla="*/ 0 w 3694286"/>
              <a:gd name="csY5" fmla="*/ 0 h 5122165"/>
              <a:gd name="csX0" fmla="*/ 0 w 3694286"/>
              <a:gd name="csY0" fmla="*/ 0 h 5123708"/>
              <a:gd name="csX1" fmla="*/ 1850707 w 3694286"/>
              <a:gd name="csY1" fmla="*/ 883920 h 5123708"/>
              <a:gd name="csX2" fmla="*/ 3693794 w 3694286"/>
              <a:gd name="csY2" fmla="*/ 2538223 h 5123708"/>
              <a:gd name="csX3" fmla="*/ 1957387 w 3694286"/>
              <a:gd name="csY3" fmla="*/ 4718306 h 5123708"/>
              <a:gd name="csX4" fmla="*/ 0 w 3694286"/>
              <a:gd name="csY4" fmla="*/ 5122165 h 5123708"/>
              <a:gd name="csX5" fmla="*/ 0 w 3694286"/>
              <a:gd name="csY5" fmla="*/ 0 h 5123708"/>
              <a:gd name="csX0" fmla="*/ 0 w 3694286"/>
              <a:gd name="csY0" fmla="*/ 0 h 5130676"/>
              <a:gd name="csX1" fmla="*/ 1850707 w 3694286"/>
              <a:gd name="csY1" fmla="*/ 883920 h 5130676"/>
              <a:gd name="csX2" fmla="*/ 3693794 w 3694286"/>
              <a:gd name="csY2" fmla="*/ 2538223 h 5130676"/>
              <a:gd name="csX3" fmla="*/ 1957387 w 3694286"/>
              <a:gd name="csY3" fmla="*/ 4718306 h 5130676"/>
              <a:gd name="csX4" fmla="*/ 0 w 3694286"/>
              <a:gd name="csY4" fmla="*/ 5122165 h 5130676"/>
              <a:gd name="csX5" fmla="*/ 0 w 3694286"/>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694507"/>
              <a:gd name="csY0" fmla="*/ 0 h 5130676"/>
              <a:gd name="csX1" fmla="*/ 1827847 w 3694507"/>
              <a:gd name="csY1" fmla="*/ 350520 h 5130676"/>
              <a:gd name="csX2" fmla="*/ 3693794 w 3694507"/>
              <a:gd name="csY2" fmla="*/ 2538223 h 5130676"/>
              <a:gd name="csX3" fmla="*/ 1957387 w 3694507"/>
              <a:gd name="csY3" fmla="*/ 4718306 h 5130676"/>
              <a:gd name="csX4" fmla="*/ 0 w 3694507"/>
              <a:gd name="csY4" fmla="*/ 5122165 h 5130676"/>
              <a:gd name="csX5" fmla="*/ 0 w 3694507"/>
              <a:gd name="csY5" fmla="*/ 0 h 5130676"/>
              <a:gd name="csX0" fmla="*/ 0 w 3755815"/>
              <a:gd name="csY0" fmla="*/ 110666 h 5241342"/>
              <a:gd name="csX1" fmla="*/ 2572906 w 3755815"/>
              <a:gd name="csY1" fmla="*/ 103046 h 5241342"/>
              <a:gd name="csX2" fmla="*/ 3693794 w 3755815"/>
              <a:gd name="csY2" fmla="*/ 2648889 h 5241342"/>
              <a:gd name="csX3" fmla="*/ 1957387 w 3755815"/>
              <a:gd name="csY3" fmla="*/ 4828972 h 5241342"/>
              <a:gd name="csX4" fmla="*/ 0 w 3755815"/>
              <a:gd name="csY4" fmla="*/ 5232831 h 5241342"/>
              <a:gd name="csX5" fmla="*/ 0 w 3755815"/>
              <a:gd name="csY5" fmla="*/ 110666 h 5241342"/>
              <a:gd name="csX0" fmla="*/ 0 w 3755815"/>
              <a:gd name="csY0" fmla="*/ 22781 h 5153457"/>
              <a:gd name="csX1" fmla="*/ 2572906 w 3755815"/>
              <a:gd name="csY1" fmla="*/ 15161 h 5153457"/>
              <a:gd name="csX2" fmla="*/ 3693794 w 3755815"/>
              <a:gd name="csY2" fmla="*/ 2561004 h 5153457"/>
              <a:gd name="csX3" fmla="*/ 1957387 w 3755815"/>
              <a:gd name="csY3" fmla="*/ 4741087 h 5153457"/>
              <a:gd name="csX4" fmla="*/ 0 w 3755815"/>
              <a:gd name="csY4" fmla="*/ 5144946 h 5153457"/>
              <a:gd name="csX5" fmla="*/ 0 w 3755815"/>
              <a:gd name="csY5" fmla="*/ 22781 h 5153457"/>
              <a:gd name="csX0" fmla="*/ 0 w 3504002"/>
              <a:gd name="csY0" fmla="*/ 22781 h 5153457"/>
              <a:gd name="csX1" fmla="*/ 2572906 w 3504002"/>
              <a:gd name="csY1" fmla="*/ 15161 h 5153457"/>
              <a:gd name="csX2" fmla="*/ 3324343 w 3504002"/>
              <a:gd name="csY2" fmla="*/ 2538144 h 5153457"/>
              <a:gd name="csX3" fmla="*/ 1957387 w 3504002"/>
              <a:gd name="csY3" fmla="*/ 4741087 h 5153457"/>
              <a:gd name="csX4" fmla="*/ 0 w 3504002"/>
              <a:gd name="csY4" fmla="*/ 5144946 h 5153457"/>
              <a:gd name="csX5" fmla="*/ 0 w 3504002"/>
              <a:gd name="csY5" fmla="*/ 22781 h 5153457"/>
              <a:gd name="csX0" fmla="*/ 0 w 3461033"/>
              <a:gd name="csY0" fmla="*/ 22781 h 5367459"/>
              <a:gd name="csX1" fmla="*/ 2572906 w 3461033"/>
              <a:gd name="csY1" fmla="*/ 15161 h 5367459"/>
              <a:gd name="csX2" fmla="*/ 3324343 w 3461033"/>
              <a:gd name="csY2" fmla="*/ 2538144 h 5367459"/>
              <a:gd name="csX3" fmla="*/ 2603926 w 3461033"/>
              <a:gd name="csY3" fmla="*/ 5183047 h 5367459"/>
              <a:gd name="csX4" fmla="*/ 0 w 3461033"/>
              <a:gd name="csY4" fmla="*/ 5144946 h 5367459"/>
              <a:gd name="csX5" fmla="*/ 0 w 3461033"/>
              <a:gd name="csY5" fmla="*/ 22781 h 5367459"/>
              <a:gd name="csX0" fmla="*/ 0 w 3461033"/>
              <a:gd name="csY0" fmla="*/ 22781 h 5183047"/>
              <a:gd name="csX1" fmla="*/ 2572906 w 3461033"/>
              <a:gd name="csY1" fmla="*/ 15161 h 5183047"/>
              <a:gd name="csX2" fmla="*/ 3324343 w 3461033"/>
              <a:gd name="csY2" fmla="*/ 2538144 h 5183047"/>
              <a:gd name="csX3" fmla="*/ 2603926 w 3461033"/>
              <a:gd name="csY3" fmla="*/ 5183047 h 5183047"/>
              <a:gd name="csX4" fmla="*/ 0 w 3461033"/>
              <a:gd name="csY4" fmla="*/ 5144946 h 5183047"/>
              <a:gd name="csX5" fmla="*/ 0 w 3461033"/>
              <a:gd name="csY5" fmla="*/ 22781 h 5183047"/>
              <a:gd name="csX0" fmla="*/ 0 w 3460630"/>
              <a:gd name="csY0" fmla="*/ 22781 h 5167807"/>
              <a:gd name="csX1" fmla="*/ 2572906 w 3460630"/>
              <a:gd name="csY1" fmla="*/ 15161 h 5167807"/>
              <a:gd name="csX2" fmla="*/ 3324343 w 3460630"/>
              <a:gd name="csY2" fmla="*/ 2538144 h 5167807"/>
              <a:gd name="csX3" fmla="*/ 2610083 w 3460630"/>
              <a:gd name="csY3" fmla="*/ 5167807 h 5167807"/>
              <a:gd name="csX4" fmla="*/ 0 w 3460630"/>
              <a:gd name="csY4" fmla="*/ 5144946 h 5167807"/>
              <a:gd name="csX5" fmla="*/ 0 w 3460630"/>
              <a:gd name="csY5" fmla="*/ 22781 h 5167807"/>
              <a:gd name="csX0" fmla="*/ 0 w 3460630"/>
              <a:gd name="csY0" fmla="*/ 22781 h 5167807"/>
              <a:gd name="csX1" fmla="*/ 2572906 w 3460630"/>
              <a:gd name="csY1" fmla="*/ 15161 h 5167807"/>
              <a:gd name="csX2" fmla="*/ 3324343 w 3460630"/>
              <a:gd name="csY2" fmla="*/ 2538144 h 5167807"/>
              <a:gd name="csX3" fmla="*/ 2610083 w 3460630"/>
              <a:gd name="csY3" fmla="*/ 5167807 h 5167807"/>
              <a:gd name="csX4" fmla="*/ 0 w 3460630"/>
              <a:gd name="csY4" fmla="*/ 5144946 h 5167807"/>
              <a:gd name="csX5" fmla="*/ 0 w 3460630"/>
              <a:gd name="csY5" fmla="*/ 22781 h 5167807"/>
              <a:gd name="csX0" fmla="*/ 0 w 3324697"/>
              <a:gd name="csY0" fmla="*/ 22781 h 5167807"/>
              <a:gd name="csX1" fmla="*/ 2572906 w 3324697"/>
              <a:gd name="csY1" fmla="*/ 15161 h 5167807"/>
              <a:gd name="csX2" fmla="*/ 3324343 w 3324697"/>
              <a:gd name="csY2" fmla="*/ 2538144 h 5167807"/>
              <a:gd name="csX3" fmla="*/ 2610083 w 3324697"/>
              <a:gd name="csY3" fmla="*/ 5167807 h 5167807"/>
              <a:gd name="csX4" fmla="*/ 0 w 3324697"/>
              <a:gd name="csY4" fmla="*/ 5144946 h 5167807"/>
              <a:gd name="csX5" fmla="*/ 0 w 3324697"/>
              <a:gd name="csY5" fmla="*/ 22781 h 5167807"/>
            </a:gdLst>
            <a:ahLst/>
            <a:cxnLst>
              <a:cxn ang="0">
                <a:pos x="csX0" y="csY0"/>
              </a:cxn>
              <a:cxn ang="0">
                <a:pos x="csX1" y="csY1"/>
              </a:cxn>
              <a:cxn ang="0">
                <a:pos x="csX2" y="csY2"/>
              </a:cxn>
              <a:cxn ang="0">
                <a:pos x="csX3" y="csY3"/>
              </a:cxn>
              <a:cxn ang="0">
                <a:pos x="csX4" y="csY4"/>
              </a:cxn>
              <a:cxn ang="0">
                <a:pos x="csX5" y="csY5"/>
              </a:cxn>
            </a:cxnLst>
            <a:rect l="l" t="t" r="r" b="b"/>
            <a:pathLst>
              <a:path w="3324697" h="5167807">
                <a:moveTo>
                  <a:pt x="0" y="22781"/>
                </a:moveTo>
                <a:cubicBezTo>
                  <a:pt x="614362" y="22781"/>
                  <a:pt x="2064684" y="-22939"/>
                  <a:pt x="2572906" y="15161"/>
                </a:cubicBezTo>
                <a:cubicBezTo>
                  <a:pt x="3177277" y="389749"/>
                  <a:pt x="3318147" y="1679370"/>
                  <a:pt x="3324343" y="2538144"/>
                </a:cubicBezTo>
                <a:cubicBezTo>
                  <a:pt x="3330539" y="3396918"/>
                  <a:pt x="3261931" y="4550587"/>
                  <a:pt x="2610083" y="5167807"/>
                </a:cubicBezTo>
                <a:lnTo>
                  <a:pt x="0" y="5144946"/>
                </a:lnTo>
                <a:lnTo>
                  <a:pt x="0" y="22781"/>
                </a:lnTo>
                <a:close/>
              </a:path>
            </a:pathLst>
          </a:custGeom>
          <a:solidFill>
            <a:srgbClr val="E4F0DC"/>
          </a:solidFill>
          <a:ln w="19050">
            <a:solidFill>
              <a:srgbClr val="E4F0D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sp>
        <p:nvSpPr>
          <p:cNvPr id="4" name="Text 0"/>
          <p:cNvSpPr/>
          <p:nvPr/>
        </p:nvSpPr>
        <p:spPr>
          <a:xfrm>
            <a:off x="571500" y="357188"/>
            <a:ext cx="4114800" cy="590931"/>
          </a:xfrm>
          <a:prstGeom prst="rect">
            <a:avLst/>
          </a:prstGeom>
          <a:noFill/>
          <a:ln/>
        </p:spPr>
        <p:txBody>
          <a:bodyPr wrap="square" lIns="0" tIns="0" rIns="0" bIns="0" rtlCol="0" anchor="t">
            <a:spAutoFit/>
          </a:bodyPr>
          <a:lstStyle/>
          <a:p>
            <a:pPr marL="0" indent="0" algn="l">
              <a:lnSpc>
                <a:spcPct val="96000"/>
              </a:lnSpc>
              <a:buNone/>
            </a:pPr>
            <a:r>
              <a:rPr lang="af-ZA" sz="2000" b="1" noProof="0" dirty="0">
                <a:solidFill>
                  <a:srgbClr val="0F381C"/>
                </a:solidFill>
                <a:latin typeface="Poppins Bold" pitchFamily="34" charset="0"/>
                <a:ea typeface="Poppins Bold" pitchFamily="34" charset="-122"/>
                <a:cs typeface="Poppins Bold" pitchFamily="34" charset="-120"/>
              </a:rPr>
              <a:t>Fase 5: </a:t>
            </a:r>
            <a:r>
              <a:rPr lang="af-ZA" sz="2000" noProof="0" dirty="0">
                <a:solidFill>
                  <a:schemeClr val="accent6">
                    <a:lumMod val="50000"/>
                  </a:schemeClr>
                </a:solidFill>
                <a:latin typeface="Poppins Bold" pitchFamily="34" charset="0"/>
                <a:ea typeface="Poppins Bold" pitchFamily="34" charset="-122"/>
                <a:cs typeface="Poppins Bold" pitchFamily="34" charset="-120"/>
              </a:rPr>
              <a:t>Volledige CRUD-databasis en finale afwerking</a:t>
            </a:r>
            <a:endParaRPr lang="af-ZA" sz="2000" noProof="0" dirty="0">
              <a:solidFill>
                <a:schemeClr val="accent6">
                  <a:lumMod val="50000"/>
                </a:schemeClr>
              </a:solidFill>
            </a:endParaRPr>
          </a:p>
        </p:txBody>
      </p:sp>
      <p:sp>
        <p:nvSpPr>
          <p:cNvPr id="5" name="Shape 1"/>
          <p:cNvSpPr/>
          <p:nvPr/>
        </p:nvSpPr>
        <p:spPr>
          <a:xfrm>
            <a:off x="571500" y="1600200"/>
            <a:ext cx="4114800" cy="432000"/>
          </a:xfrm>
          <a:prstGeom prst="roundRect">
            <a:avLst/>
          </a:prstGeom>
          <a:solidFill>
            <a:srgbClr val="FFFFFF"/>
          </a:solidFill>
          <a:ln w="18288">
            <a:solidFill>
              <a:srgbClr val="8FBC8F"/>
            </a:solidFill>
            <a:prstDash val="solid"/>
          </a:ln>
        </p:spPr>
        <p:txBody>
          <a:bodyPr/>
          <a:lstStyle/>
          <a:p>
            <a:endParaRPr lang="af-ZA" noProof="0" dirty="0"/>
          </a:p>
        </p:txBody>
      </p:sp>
      <p:sp>
        <p:nvSpPr>
          <p:cNvPr id="6" name="Text 2"/>
          <p:cNvSpPr/>
          <p:nvPr/>
        </p:nvSpPr>
        <p:spPr>
          <a:xfrm>
            <a:off x="714375" y="1756484"/>
            <a:ext cx="789384"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localStorage:</a:t>
            </a:r>
            <a:endParaRPr lang="af-ZA" sz="800" noProof="0" dirty="0"/>
          </a:p>
        </p:txBody>
      </p:sp>
      <p:sp>
        <p:nvSpPr>
          <p:cNvPr id="7" name="Text 3"/>
          <p:cNvSpPr/>
          <p:nvPr/>
        </p:nvSpPr>
        <p:spPr>
          <a:xfrm>
            <a:off x="1575197" y="1776296"/>
            <a:ext cx="2891433"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Implementering van permanente data-stoor in die blaaier</a:t>
            </a:r>
            <a:endParaRPr lang="af-ZA" sz="750" noProof="0" dirty="0"/>
          </a:p>
        </p:txBody>
      </p:sp>
      <p:sp>
        <p:nvSpPr>
          <p:cNvPr id="8" name="Shape 4"/>
          <p:cNvSpPr/>
          <p:nvPr/>
        </p:nvSpPr>
        <p:spPr>
          <a:xfrm>
            <a:off x="571500" y="2096034"/>
            <a:ext cx="4114800" cy="432000"/>
          </a:xfrm>
          <a:prstGeom prst="roundRect">
            <a:avLst/>
          </a:prstGeom>
          <a:solidFill>
            <a:srgbClr val="FFFFFF"/>
          </a:solidFill>
          <a:ln w="18288">
            <a:solidFill>
              <a:srgbClr val="8FBC8F"/>
            </a:solidFill>
            <a:prstDash val="solid"/>
          </a:ln>
        </p:spPr>
        <p:txBody>
          <a:bodyPr/>
          <a:lstStyle/>
          <a:p>
            <a:endParaRPr lang="af-ZA" noProof="0" dirty="0"/>
          </a:p>
        </p:txBody>
      </p:sp>
      <p:sp>
        <p:nvSpPr>
          <p:cNvPr id="9" name="Text 5"/>
          <p:cNvSpPr/>
          <p:nvPr/>
        </p:nvSpPr>
        <p:spPr>
          <a:xfrm>
            <a:off x="685800" y="2254741"/>
            <a:ext cx="941189"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Volledige CRUD:</a:t>
            </a:r>
            <a:endParaRPr lang="af-ZA" sz="800" noProof="0" dirty="0"/>
          </a:p>
        </p:txBody>
      </p:sp>
      <p:sp>
        <p:nvSpPr>
          <p:cNvPr id="10" name="Text 6"/>
          <p:cNvSpPr/>
          <p:nvPr/>
        </p:nvSpPr>
        <p:spPr>
          <a:xfrm>
            <a:off x="1698427" y="2274553"/>
            <a:ext cx="2805708"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Skep, Lees, Opdateer en Verwyder voorraad-items intyds</a:t>
            </a:r>
            <a:endParaRPr lang="af-ZA" sz="750" noProof="0" dirty="0"/>
          </a:p>
        </p:txBody>
      </p:sp>
      <p:sp>
        <p:nvSpPr>
          <p:cNvPr id="11" name="Shape 7"/>
          <p:cNvSpPr/>
          <p:nvPr/>
        </p:nvSpPr>
        <p:spPr>
          <a:xfrm>
            <a:off x="571500" y="2591868"/>
            <a:ext cx="4114800" cy="432000"/>
          </a:xfrm>
          <a:prstGeom prst="roundRect">
            <a:avLst/>
          </a:prstGeom>
          <a:solidFill>
            <a:srgbClr val="FFFFFF"/>
          </a:solidFill>
          <a:ln w="18288">
            <a:solidFill>
              <a:srgbClr val="8FBC8F"/>
            </a:solidFill>
            <a:prstDash val="solid"/>
          </a:ln>
        </p:spPr>
        <p:txBody>
          <a:bodyPr/>
          <a:lstStyle/>
          <a:p>
            <a:endParaRPr lang="af-ZA" noProof="0" dirty="0"/>
          </a:p>
        </p:txBody>
      </p:sp>
      <p:sp>
        <p:nvSpPr>
          <p:cNvPr id="12" name="Text 8"/>
          <p:cNvSpPr/>
          <p:nvPr/>
        </p:nvSpPr>
        <p:spPr>
          <a:xfrm>
            <a:off x="685800" y="2752768"/>
            <a:ext cx="1235869"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Transaksie-logboek:</a:t>
            </a:r>
            <a:endParaRPr lang="af-ZA" sz="800" noProof="0" dirty="0"/>
          </a:p>
        </p:txBody>
      </p:sp>
      <p:sp>
        <p:nvSpPr>
          <p:cNvPr id="13" name="Text 9"/>
          <p:cNvSpPr/>
          <p:nvPr/>
        </p:nvSpPr>
        <p:spPr>
          <a:xfrm>
            <a:off x="1993106" y="2707590"/>
            <a:ext cx="2521744" cy="260021"/>
          </a:xfrm>
          <a:prstGeom prst="rect">
            <a:avLst/>
          </a:prstGeom>
          <a:noFill/>
          <a:ln/>
        </p:spPr>
        <p:txBody>
          <a:bodyPr wrap="squar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Spoorbaarheid van alle voorraadveranderinge met tydstempels</a:t>
            </a:r>
            <a:endParaRPr lang="af-ZA" sz="750" noProof="0" dirty="0"/>
          </a:p>
        </p:txBody>
      </p:sp>
      <p:sp>
        <p:nvSpPr>
          <p:cNvPr id="14" name="Shape 10"/>
          <p:cNvSpPr/>
          <p:nvPr/>
        </p:nvSpPr>
        <p:spPr>
          <a:xfrm>
            <a:off x="571500" y="3087702"/>
            <a:ext cx="4114800" cy="432000"/>
          </a:xfrm>
          <a:prstGeom prst="roundRect">
            <a:avLst/>
          </a:prstGeom>
          <a:solidFill>
            <a:srgbClr val="FFFFFF"/>
          </a:solidFill>
          <a:ln w="18288">
            <a:solidFill>
              <a:srgbClr val="8FBC8F"/>
            </a:solidFill>
            <a:prstDash val="solid"/>
          </a:ln>
        </p:spPr>
        <p:txBody>
          <a:bodyPr/>
          <a:lstStyle/>
          <a:p>
            <a:endParaRPr lang="af-ZA" noProof="0" dirty="0"/>
          </a:p>
        </p:txBody>
      </p:sp>
      <p:sp>
        <p:nvSpPr>
          <p:cNvPr id="15" name="Text 11"/>
          <p:cNvSpPr/>
          <p:nvPr/>
        </p:nvSpPr>
        <p:spPr>
          <a:xfrm>
            <a:off x="685800" y="3241390"/>
            <a:ext cx="853678"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Lae-voorraad:</a:t>
            </a:r>
            <a:endParaRPr lang="af-ZA" sz="800" noProof="0" dirty="0"/>
          </a:p>
        </p:txBody>
      </p:sp>
      <p:sp>
        <p:nvSpPr>
          <p:cNvPr id="16" name="Text 12"/>
          <p:cNvSpPr/>
          <p:nvPr/>
        </p:nvSpPr>
        <p:spPr>
          <a:xfrm>
            <a:off x="1610916" y="3196211"/>
            <a:ext cx="2903934" cy="260021"/>
          </a:xfrm>
          <a:prstGeom prst="rect">
            <a:avLst/>
          </a:prstGeom>
          <a:noFill/>
          <a:ln/>
        </p:spPr>
        <p:txBody>
          <a:bodyPr wrap="squar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Outomatiese waarskuwings as voorraad onder drempels daal</a:t>
            </a:r>
            <a:endParaRPr lang="af-ZA" sz="750" noProof="0" dirty="0"/>
          </a:p>
        </p:txBody>
      </p:sp>
      <p:sp>
        <p:nvSpPr>
          <p:cNvPr id="17" name="Shape 13"/>
          <p:cNvSpPr/>
          <p:nvPr/>
        </p:nvSpPr>
        <p:spPr>
          <a:xfrm>
            <a:off x="571500" y="3583536"/>
            <a:ext cx="4114800" cy="432000"/>
          </a:xfrm>
          <a:prstGeom prst="roundRect">
            <a:avLst/>
          </a:prstGeom>
          <a:solidFill>
            <a:srgbClr val="FFFFFF"/>
          </a:solidFill>
          <a:ln w="18288">
            <a:solidFill>
              <a:srgbClr val="8FBC8F"/>
            </a:solidFill>
            <a:prstDash val="solid"/>
          </a:ln>
        </p:spPr>
        <p:txBody>
          <a:bodyPr/>
          <a:lstStyle/>
          <a:p>
            <a:endParaRPr lang="af-ZA" noProof="0" dirty="0"/>
          </a:p>
        </p:txBody>
      </p:sp>
      <p:sp>
        <p:nvSpPr>
          <p:cNvPr id="18" name="Text 14"/>
          <p:cNvSpPr/>
          <p:nvPr/>
        </p:nvSpPr>
        <p:spPr>
          <a:xfrm>
            <a:off x="675085" y="3719635"/>
            <a:ext cx="889397"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Plaaskalender:</a:t>
            </a:r>
            <a:endParaRPr lang="af-ZA" sz="800" noProof="0" dirty="0"/>
          </a:p>
        </p:txBody>
      </p:sp>
      <p:sp>
        <p:nvSpPr>
          <p:cNvPr id="19" name="Text 15"/>
          <p:cNvSpPr/>
          <p:nvPr/>
        </p:nvSpPr>
        <p:spPr>
          <a:xfrm>
            <a:off x="1635919" y="3739448"/>
            <a:ext cx="2718197" cy="130011"/>
          </a:xfrm>
          <a:prstGeom prst="rect">
            <a:avLst/>
          </a:prstGeom>
          <a:noFill/>
          <a:ln/>
        </p:spPr>
        <p:txBody>
          <a:bodyPr wrap="non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Interaktiewe kalender vir die bestuur van plaasgebeure</a:t>
            </a:r>
            <a:endParaRPr lang="af-ZA" sz="750" noProof="0" dirty="0"/>
          </a:p>
        </p:txBody>
      </p:sp>
      <p:sp>
        <p:nvSpPr>
          <p:cNvPr id="20" name="Shape 16"/>
          <p:cNvSpPr/>
          <p:nvPr/>
        </p:nvSpPr>
        <p:spPr>
          <a:xfrm>
            <a:off x="571500" y="4079369"/>
            <a:ext cx="4114800" cy="432000"/>
          </a:xfrm>
          <a:prstGeom prst="roundRect">
            <a:avLst/>
          </a:prstGeom>
          <a:solidFill>
            <a:srgbClr val="FFFFFF"/>
          </a:solidFill>
          <a:ln w="18288">
            <a:solidFill>
              <a:srgbClr val="8FBC8F"/>
            </a:solidFill>
            <a:prstDash val="solid"/>
          </a:ln>
        </p:spPr>
        <p:txBody>
          <a:bodyPr/>
          <a:lstStyle/>
          <a:p>
            <a:endParaRPr lang="af-ZA" noProof="0" dirty="0"/>
          </a:p>
        </p:txBody>
      </p:sp>
      <p:sp>
        <p:nvSpPr>
          <p:cNvPr id="21" name="Text 17"/>
          <p:cNvSpPr/>
          <p:nvPr/>
        </p:nvSpPr>
        <p:spPr>
          <a:xfrm>
            <a:off x="685800" y="4240309"/>
            <a:ext cx="817959" cy="169664"/>
          </a:xfrm>
          <a:prstGeom prst="rect">
            <a:avLst/>
          </a:prstGeom>
          <a:noFill/>
          <a:ln/>
        </p:spPr>
        <p:txBody>
          <a:bodyPr wrap="none" lIns="0" tIns="0" rIns="0" bIns="0"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database.sql:</a:t>
            </a:r>
            <a:endParaRPr lang="af-ZA" sz="800" noProof="0" dirty="0"/>
          </a:p>
        </p:txBody>
      </p:sp>
      <p:sp>
        <p:nvSpPr>
          <p:cNvPr id="22" name="Text 18"/>
          <p:cNvSpPr/>
          <p:nvPr/>
        </p:nvSpPr>
        <p:spPr>
          <a:xfrm>
            <a:off x="1575197" y="4195130"/>
            <a:ext cx="2939653" cy="260021"/>
          </a:xfrm>
          <a:prstGeom prst="rect">
            <a:avLst/>
          </a:prstGeom>
          <a:noFill/>
          <a:ln/>
        </p:spPr>
        <p:txBody>
          <a:bodyPr wrap="square" lIns="0" tIns="0" rIns="0" bIns="0" rtlCol="0" anchor="t">
            <a:spAutoFit/>
          </a:bodyPr>
          <a:lstStyle/>
          <a:p>
            <a:pPr marL="0" indent="0" algn="l">
              <a:lnSpc>
                <a:spcPct val="104000"/>
              </a:lnSpc>
              <a:buNone/>
            </a:pPr>
            <a:r>
              <a:rPr lang="af-ZA" sz="750" noProof="0" dirty="0">
                <a:solidFill>
                  <a:srgbClr val="4A5D23"/>
                </a:solidFill>
                <a:latin typeface="Poppins Light" pitchFamily="34" charset="0"/>
                <a:ea typeface="Poppins Light" pitchFamily="34" charset="-122"/>
                <a:cs typeface="Poppins Light" pitchFamily="34" charset="-120"/>
              </a:rPr>
              <a:t>Gedokumenteerde SQL-skema vir toekomstige bediener-skuif</a:t>
            </a:r>
            <a:endParaRPr lang="af-ZA" sz="750" noProof="0" dirty="0"/>
          </a:p>
        </p:txBody>
      </p:sp>
      <p:sp>
        <p:nvSpPr>
          <p:cNvPr id="23" name="Shape 19"/>
          <p:cNvSpPr/>
          <p:nvPr/>
        </p:nvSpPr>
        <p:spPr>
          <a:xfrm>
            <a:off x="5284589" y="753083"/>
            <a:ext cx="3600450" cy="3714750"/>
          </a:xfrm>
          <a:prstGeom prst="roundRect">
            <a:avLst/>
          </a:prstGeom>
          <a:solidFill>
            <a:srgbClr val="FFFFFF"/>
          </a:solidFill>
          <a:ln w="54864">
            <a:solidFill>
              <a:srgbClr val="8FBC8F"/>
            </a:solidFill>
            <a:prstDash val="solid"/>
          </a:ln>
        </p:spPr>
        <p:txBody>
          <a:bodyPr/>
          <a:lstStyle/>
          <a:p>
            <a:endParaRPr lang="af-ZA" noProof="0" dirty="0"/>
          </a:p>
        </p:txBody>
      </p:sp>
      <p:pic>
        <p:nvPicPr>
          <p:cNvPr id="24" name="Image 1" descr="preencoded.png"/>
          <p:cNvPicPr>
            <a:picLocks noChangeAspect="1"/>
          </p:cNvPicPr>
          <p:nvPr/>
        </p:nvPicPr>
        <p:blipFill>
          <a:blip r:embed="rId4"/>
          <a:stretch>
            <a:fillRect/>
          </a:stretch>
        </p:blipFill>
        <p:spPr>
          <a:xfrm>
            <a:off x="5342186" y="780921"/>
            <a:ext cx="3510427" cy="362189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285750"/>
            <a:ext cx="8001000" cy="692497"/>
          </a:xfrm>
          <a:prstGeom prst="rect">
            <a:avLst/>
          </a:prstGeom>
          <a:noFill/>
          <a:ln/>
        </p:spPr>
        <p:txBody>
          <a:bodyPr wrap="square" lIns="0" tIns="0" rIns="0" bIns="0" rtlCol="0" anchor="t">
            <a:spAutoFit/>
          </a:bodyPr>
          <a:lstStyle/>
          <a:p>
            <a:pPr marL="0" indent="0" algn="ctr">
              <a:buNone/>
            </a:pPr>
            <a:r>
              <a:rPr lang="af-ZA" sz="2250" b="1" noProof="0" dirty="0">
                <a:solidFill>
                  <a:srgbClr val="0F381C"/>
                </a:solidFill>
                <a:latin typeface="Poppins Bold" pitchFamily="34" charset="0"/>
                <a:ea typeface="Poppins Bold" pitchFamily="34" charset="-122"/>
                <a:cs typeface="Poppins Bold" pitchFamily="34" charset="-120"/>
              </a:rPr>
              <a:t>Die finale webtuiste: </a:t>
            </a:r>
          </a:p>
          <a:p>
            <a:pPr marL="0" indent="0" algn="ctr">
              <a:buNone/>
            </a:pPr>
            <a:r>
              <a:rPr lang="af-ZA" sz="2250" noProof="0" dirty="0">
                <a:solidFill>
                  <a:schemeClr val="accent6">
                    <a:lumMod val="50000"/>
                  </a:schemeClr>
                </a:solidFill>
                <a:latin typeface="Poppins Bold" pitchFamily="34" charset="0"/>
                <a:ea typeface="Poppins Bold" pitchFamily="34" charset="-122"/>
                <a:cs typeface="Poppins Bold" pitchFamily="34" charset="-120"/>
              </a:rPr>
              <a:t>7 blaaie, volledig funksioneel</a:t>
            </a:r>
            <a:endParaRPr lang="af-ZA" sz="2250" noProof="0" dirty="0">
              <a:solidFill>
                <a:schemeClr val="accent6">
                  <a:lumMod val="50000"/>
                </a:schemeClr>
              </a:solidFill>
            </a:endParaRPr>
          </a:p>
        </p:txBody>
      </p:sp>
      <p:sp>
        <p:nvSpPr>
          <p:cNvPr id="5" name="Shape 1"/>
          <p:cNvSpPr/>
          <p:nvPr/>
        </p:nvSpPr>
        <p:spPr>
          <a:xfrm>
            <a:off x="571500" y="1446609"/>
            <a:ext cx="8001000" cy="2923580"/>
          </a:xfrm>
          <a:prstGeom prst="rect">
            <a:avLst/>
          </a:prstGeom>
          <a:solidFill>
            <a:srgbClr val="FFFFFF"/>
          </a:solidFill>
          <a:ln w="18288">
            <a:solidFill>
              <a:srgbClr val="8FBC8F"/>
            </a:solidFill>
            <a:prstDash val="solid"/>
          </a:ln>
        </p:spPr>
        <p:txBody>
          <a:bodyPr/>
          <a:lstStyle/>
          <a:p>
            <a:endParaRPr lang="af-ZA" noProof="0" dirty="0"/>
          </a:p>
        </p:txBody>
      </p:sp>
      <p:sp>
        <p:nvSpPr>
          <p:cNvPr id="6" name="Shape 2"/>
          <p:cNvSpPr/>
          <p:nvPr/>
        </p:nvSpPr>
        <p:spPr>
          <a:xfrm>
            <a:off x="571500" y="1446609"/>
            <a:ext cx="2155599" cy="364331"/>
          </a:xfrm>
          <a:prstGeom prst="rect">
            <a:avLst/>
          </a:prstGeom>
          <a:solidFill>
            <a:srgbClr val="0F381C"/>
          </a:solidFill>
          <a:ln/>
        </p:spPr>
        <p:txBody>
          <a:bodyPr/>
          <a:lstStyle/>
          <a:p>
            <a:endParaRPr lang="af-ZA" noProof="0" dirty="0"/>
          </a:p>
        </p:txBody>
      </p:sp>
      <p:sp>
        <p:nvSpPr>
          <p:cNvPr id="7" name="Text 3"/>
          <p:cNvSpPr/>
          <p:nvPr/>
        </p:nvSpPr>
        <p:spPr>
          <a:xfrm>
            <a:off x="571500" y="1446609"/>
            <a:ext cx="2155599" cy="364331"/>
          </a:xfrm>
          <a:prstGeom prst="rect">
            <a:avLst/>
          </a:prstGeom>
          <a:noFill/>
          <a:ln/>
        </p:spPr>
        <p:txBody>
          <a:bodyPr wrap="square" lIns="170053" tIns="102108" rIns="170053" bIns="102108" rtlCol="0" anchor="ctr">
            <a:spAutoFit/>
          </a:bodyPr>
          <a:lstStyle/>
          <a:p>
            <a:pPr marL="0" indent="0" algn="l">
              <a:buNone/>
            </a:pPr>
            <a:r>
              <a:rPr lang="af-ZA" sz="900" b="1" noProof="0" dirty="0">
                <a:solidFill>
                  <a:srgbClr val="FFFFFF"/>
                </a:solidFill>
                <a:latin typeface="Poppins Bold" pitchFamily="34" charset="0"/>
                <a:ea typeface="Poppins Bold" pitchFamily="34" charset="-122"/>
                <a:cs typeface="Poppins Bold" pitchFamily="34" charset="-120"/>
              </a:rPr>
              <a:t>Bladsy</a:t>
            </a:r>
            <a:endParaRPr lang="af-ZA" sz="900" noProof="0" dirty="0"/>
          </a:p>
        </p:txBody>
      </p:sp>
      <p:sp>
        <p:nvSpPr>
          <p:cNvPr id="8" name="Shape 4"/>
          <p:cNvSpPr/>
          <p:nvPr/>
        </p:nvSpPr>
        <p:spPr>
          <a:xfrm>
            <a:off x="2727099" y="1446609"/>
            <a:ext cx="1995394" cy="364331"/>
          </a:xfrm>
          <a:prstGeom prst="rect">
            <a:avLst/>
          </a:prstGeom>
          <a:solidFill>
            <a:srgbClr val="0F381C"/>
          </a:solidFill>
          <a:ln/>
        </p:spPr>
        <p:txBody>
          <a:bodyPr/>
          <a:lstStyle/>
          <a:p>
            <a:endParaRPr lang="af-ZA" noProof="0" dirty="0"/>
          </a:p>
        </p:txBody>
      </p:sp>
      <p:sp>
        <p:nvSpPr>
          <p:cNvPr id="9" name="Text 5"/>
          <p:cNvSpPr/>
          <p:nvPr/>
        </p:nvSpPr>
        <p:spPr>
          <a:xfrm>
            <a:off x="2727099" y="1446609"/>
            <a:ext cx="1995394" cy="364331"/>
          </a:xfrm>
          <a:prstGeom prst="rect">
            <a:avLst/>
          </a:prstGeom>
          <a:noFill/>
          <a:ln/>
        </p:spPr>
        <p:txBody>
          <a:bodyPr wrap="square" lIns="170053" tIns="102108" rIns="170053" bIns="102108" rtlCol="0" anchor="ctr">
            <a:spAutoFit/>
          </a:bodyPr>
          <a:lstStyle/>
          <a:p>
            <a:pPr marL="0" indent="0" algn="l">
              <a:buNone/>
            </a:pPr>
            <a:r>
              <a:rPr lang="af-ZA" sz="900" b="1" noProof="0" dirty="0">
                <a:solidFill>
                  <a:srgbClr val="FFFFFF"/>
                </a:solidFill>
                <a:latin typeface="Poppins Bold" pitchFamily="34" charset="0"/>
                <a:ea typeface="Poppins Bold" pitchFamily="34" charset="-122"/>
                <a:cs typeface="Poppins Bold" pitchFamily="34" charset="-120"/>
              </a:rPr>
              <a:t>Funksie</a:t>
            </a:r>
            <a:endParaRPr lang="af-ZA" sz="900" noProof="0" dirty="0"/>
          </a:p>
        </p:txBody>
      </p:sp>
      <p:sp>
        <p:nvSpPr>
          <p:cNvPr id="10" name="Shape 6"/>
          <p:cNvSpPr/>
          <p:nvPr/>
        </p:nvSpPr>
        <p:spPr>
          <a:xfrm>
            <a:off x="4722493" y="1446609"/>
            <a:ext cx="3850007" cy="364331"/>
          </a:xfrm>
          <a:prstGeom prst="rect">
            <a:avLst/>
          </a:prstGeom>
          <a:solidFill>
            <a:srgbClr val="0F381C"/>
          </a:solidFill>
          <a:ln/>
        </p:spPr>
        <p:txBody>
          <a:bodyPr/>
          <a:lstStyle/>
          <a:p>
            <a:endParaRPr lang="af-ZA" noProof="0" dirty="0"/>
          </a:p>
        </p:txBody>
      </p:sp>
      <p:sp>
        <p:nvSpPr>
          <p:cNvPr id="11" name="Text 7"/>
          <p:cNvSpPr/>
          <p:nvPr/>
        </p:nvSpPr>
        <p:spPr>
          <a:xfrm>
            <a:off x="4722493" y="1446609"/>
            <a:ext cx="3850007" cy="364331"/>
          </a:xfrm>
          <a:prstGeom prst="rect">
            <a:avLst/>
          </a:prstGeom>
          <a:noFill/>
          <a:ln/>
        </p:spPr>
        <p:txBody>
          <a:bodyPr wrap="square" lIns="170053" tIns="102108" rIns="170053" bIns="102108" rtlCol="0" anchor="ctr">
            <a:spAutoFit/>
          </a:bodyPr>
          <a:lstStyle/>
          <a:p>
            <a:pPr marL="0" indent="0" algn="l">
              <a:buNone/>
            </a:pPr>
            <a:r>
              <a:rPr lang="af-ZA" sz="900" b="1" noProof="0" dirty="0">
                <a:solidFill>
                  <a:srgbClr val="FFFFFF"/>
                </a:solidFill>
                <a:latin typeface="Poppins Bold" pitchFamily="34" charset="0"/>
                <a:ea typeface="Poppins Bold" pitchFamily="34" charset="-122"/>
                <a:cs typeface="Poppins Bold" pitchFamily="34" charset="-120"/>
              </a:rPr>
              <a:t>Sleutelkenmerk</a:t>
            </a:r>
            <a:endParaRPr lang="af-ZA" sz="900" noProof="0" dirty="0"/>
          </a:p>
        </p:txBody>
      </p:sp>
      <p:sp>
        <p:nvSpPr>
          <p:cNvPr id="12" name="Shape 8"/>
          <p:cNvSpPr/>
          <p:nvPr/>
        </p:nvSpPr>
        <p:spPr>
          <a:xfrm>
            <a:off x="714375" y="1882378"/>
            <a:ext cx="701873" cy="212527"/>
          </a:xfrm>
          <a:prstGeom prst="roundRect">
            <a:avLst/>
          </a:prstGeom>
          <a:solidFill>
            <a:srgbClr val="F4F6F3"/>
          </a:solidFill>
          <a:ln w="9144">
            <a:solidFill>
              <a:srgbClr val="8FBC8F"/>
            </a:solidFill>
            <a:prstDash val="solid"/>
          </a:ln>
        </p:spPr>
        <p:txBody>
          <a:bodyPr/>
          <a:lstStyle/>
          <a:p>
            <a:endParaRPr lang="af-ZA" noProof="0" dirty="0"/>
          </a:p>
        </p:txBody>
      </p:sp>
      <p:sp>
        <p:nvSpPr>
          <p:cNvPr id="13" name="Text 9"/>
          <p:cNvSpPr/>
          <p:nvPr/>
        </p:nvSpPr>
        <p:spPr>
          <a:xfrm>
            <a:off x="714375" y="1882378"/>
            <a:ext cx="701873" cy="212527"/>
          </a:xfrm>
          <a:prstGeom prst="rect">
            <a:avLst/>
          </a:prstGeom>
          <a:noFill/>
          <a:ln/>
        </p:spPr>
        <p:txBody>
          <a:bodyPr wrap="none" lIns="102108" tIns="17018" rIns="102108" bIns="17018"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Tuisblad</a:t>
            </a:r>
            <a:endParaRPr lang="af-ZA" sz="800" noProof="0" dirty="0"/>
          </a:p>
        </p:txBody>
      </p:sp>
      <p:sp>
        <p:nvSpPr>
          <p:cNvPr id="14" name="Text 10"/>
          <p:cNvSpPr/>
          <p:nvPr/>
        </p:nvSpPr>
        <p:spPr>
          <a:xfrm>
            <a:off x="2727099" y="1810941"/>
            <a:ext cx="1995394" cy="344686"/>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Oorsig &amp; welkom</a:t>
            </a:r>
            <a:endParaRPr lang="af-ZA" sz="850" noProof="0" dirty="0"/>
          </a:p>
        </p:txBody>
      </p:sp>
      <p:sp>
        <p:nvSpPr>
          <p:cNvPr id="15" name="Text 11"/>
          <p:cNvSpPr/>
          <p:nvPr/>
        </p:nvSpPr>
        <p:spPr>
          <a:xfrm>
            <a:off x="4722493" y="1810941"/>
            <a:ext cx="3850007" cy="344686"/>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Galery, hoogtepunte, video-skakel</a:t>
            </a:r>
            <a:endParaRPr lang="af-ZA" sz="850" noProof="0" dirty="0"/>
          </a:p>
        </p:txBody>
      </p:sp>
      <p:sp>
        <p:nvSpPr>
          <p:cNvPr id="16" name="Shape 12"/>
          <p:cNvSpPr/>
          <p:nvPr/>
        </p:nvSpPr>
        <p:spPr>
          <a:xfrm>
            <a:off x="714375" y="2230636"/>
            <a:ext cx="653653" cy="212527"/>
          </a:xfrm>
          <a:prstGeom prst="roundRect">
            <a:avLst/>
          </a:prstGeom>
          <a:solidFill>
            <a:srgbClr val="F4F6F3"/>
          </a:solidFill>
          <a:ln w="9144">
            <a:solidFill>
              <a:srgbClr val="8FBC8F"/>
            </a:solidFill>
            <a:prstDash val="solid"/>
          </a:ln>
        </p:spPr>
        <p:txBody>
          <a:bodyPr/>
          <a:lstStyle/>
          <a:p>
            <a:endParaRPr lang="af-ZA" noProof="0" dirty="0"/>
          </a:p>
        </p:txBody>
      </p:sp>
      <p:sp>
        <p:nvSpPr>
          <p:cNvPr id="17" name="Text 13"/>
          <p:cNvSpPr/>
          <p:nvPr/>
        </p:nvSpPr>
        <p:spPr>
          <a:xfrm>
            <a:off x="714375" y="2230636"/>
            <a:ext cx="653653" cy="212527"/>
          </a:xfrm>
          <a:prstGeom prst="rect">
            <a:avLst/>
          </a:prstGeom>
          <a:noFill/>
          <a:ln/>
        </p:spPr>
        <p:txBody>
          <a:bodyPr wrap="none" lIns="102108" tIns="17018" rIns="102108" bIns="17018"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Oor Ons</a:t>
            </a:r>
            <a:endParaRPr lang="af-ZA" sz="800" noProof="0" dirty="0"/>
          </a:p>
        </p:txBody>
      </p:sp>
      <p:sp>
        <p:nvSpPr>
          <p:cNvPr id="18" name="Text 14"/>
          <p:cNvSpPr/>
          <p:nvPr/>
        </p:nvSpPr>
        <p:spPr>
          <a:xfrm>
            <a:off x="2727099" y="2155627"/>
            <a:ext cx="1995394"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Geskiedenis &amp; missie</a:t>
            </a:r>
            <a:endParaRPr lang="af-ZA" sz="850" noProof="0" dirty="0"/>
          </a:p>
        </p:txBody>
      </p:sp>
      <p:sp>
        <p:nvSpPr>
          <p:cNvPr id="19" name="Text 15"/>
          <p:cNvSpPr/>
          <p:nvPr/>
        </p:nvSpPr>
        <p:spPr>
          <a:xfrm>
            <a:off x="4722493" y="2155627"/>
            <a:ext cx="3850007"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Bemarkingsvideo, Google Maps</a:t>
            </a:r>
            <a:endParaRPr lang="af-ZA" sz="850" noProof="0" dirty="0"/>
          </a:p>
        </p:txBody>
      </p:sp>
      <p:sp>
        <p:nvSpPr>
          <p:cNvPr id="20" name="Shape 16"/>
          <p:cNvSpPr/>
          <p:nvPr/>
        </p:nvSpPr>
        <p:spPr>
          <a:xfrm>
            <a:off x="714375" y="2578894"/>
            <a:ext cx="712589" cy="212527"/>
          </a:xfrm>
          <a:prstGeom prst="roundRect">
            <a:avLst/>
          </a:prstGeom>
          <a:solidFill>
            <a:srgbClr val="F4F6F3"/>
          </a:solidFill>
          <a:ln w="9144">
            <a:solidFill>
              <a:srgbClr val="8FBC8F"/>
            </a:solidFill>
            <a:prstDash val="solid"/>
          </a:ln>
        </p:spPr>
        <p:txBody>
          <a:bodyPr/>
          <a:lstStyle/>
          <a:p>
            <a:endParaRPr lang="af-ZA" noProof="0" dirty="0"/>
          </a:p>
        </p:txBody>
      </p:sp>
      <p:sp>
        <p:nvSpPr>
          <p:cNvPr id="21" name="Text 17"/>
          <p:cNvSpPr/>
          <p:nvPr/>
        </p:nvSpPr>
        <p:spPr>
          <a:xfrm>
            <a:off x="714375" y="2578894"/>
            <a:ext cx="712589" cy="212527"/>
          </a:xfrm>
          <a:prstGeom prst="rect">
            <a:avLst/>
          </a:prstGeom>
          <a:noFill/>
          <a:ln/>
        </p:spPr>
        <p:txBody>
          <a:bodyPr wrap="none" lIns="102108" tIns="17018" rIns="102108" bIns="17018"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Ons Trop</a:t>
            </a:r>
            <a:endParaRPr lang="af-ZA" sz="800" noProof="0" dirty="0"/>
          </a:p>
        </p:txBody>
      </p:sp>
      <p:sp>
        <p:nvSpPr>
          <p:cNvPr id="22" name="Text 18"/>
          <p:cNvSpPr/>
          <p:nvPr/>
        </p:nvSpPr>
        <p:spPr>
          <a:xfrm>
            <a:off x="2727099" y="2503884"/>
            <a:ext cx="1995394"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Trop &amp; rasse</a:t>
            </a:r>
            <a:endParaRPr lang="af-ZA" sz="850" noProof="0" dirty="0"/>
          </a:p>
        </p:txBody>
      </p:sp>
      <p:sp>
        <p:nvSpPr>
          <p:cNvPr id="23" name="Text 19"/>
          <p:cNvSpPr/>
          <p:nvPr/>
        </p:nvSpPr>
        <p:spPr>
          <a:xfrm>
            <a:off x="4722493" y="2503884"/>
            <a:ext cx="3850007"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Mini-galerye per ras (Merino, Dorper, Persian)</a:t>
            </a:r>
            <a:endParaRPr lang="af-ZA" sz="850" noProof="0" dirty="0"/>
          </a:p>
        </p:txBody>
      </p:sp>
      <p:sp>
        <p:nvSpPr>
          <p:cNvPr id="24" name="Shape 20"/>
          <p:cNvSpPr/>
          <p:nvPr/>
        </p:nvSpPr>
        <p:spPr>
          <a:xfrm>
            <a:off x="714375" y="2927152"/>
            <a:ext cx="980480" cy="212527"/>
          </a:xfrm>
          <a:prstGeom prst="roundRect">
            <a:avLst/>
          </a:prstGeom>
          <a:solidFill>
            <a:srgbClr val="F4F6F3"/>
          </a:solidFill>
          <a:ln w="9144">
            <a:solidFill>
              <a:srgbClr val="8FBC8F"/>
            </a:solidFill>
            <a:prstDash val="solid"/>
          </a:ln>
        </p:spPr>
        <p:txBody>
          <a:bodyPr/>
          <a:lstStyle/>
          <a:p>
            <a:endParaRPr lang="af-ZA" noProof="0" dirty="0"/>
          </a:p>
        </p:txBody>
      </p:sp>
      <p:sp>
        <p:nvSpPr>
          <p:cNvPr id="25" name="Text 21"/>
          <p:cNvSpPr/>
          <p:nvPr/>
        </p:nvSpPr>
        <p:spPr>
          <a:xfrm>
            <a:off x="714375" y="2927152"/>
            <a:ext cx="980480" cy="212527"/>
          </a:xfrm>
          <a:prstGeom prst="rect">
            <a:avLst/>
          </a:prstGeom>
          <a:noFill/>
          <a:ln/>
        </p:spPr>
        <p:txBody>
          <a:bodyPr wrap="none" lIns="102108" tIns="17018" rIns="102108" bIns="17018"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Ons Produkte</a:t>
            </a:r>
            <a:endParaRPr lang="af-ZA" sz="800" noProof="0" dirty="0"/>
          </a:p>
        </p:txBody>
      </p:sp>
      <p:sp>
        <p:nvSpPr>
          <p:cNvPr id="26" name="Text 22"/>
          <p:cNvSpPr/>
          <p:nvPr/>
        </p:nvSpPr>
        <p:spPr>
          <a:xfrm>
            <a:off x="2727099" y="2852142"/>
            <a:ext cx="1995394"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Pryslys &amp; bestel</a:t>
            </a:r>
            <a:endParaRPr lang="af-ZA" sz="850" noProof="0" dirty="0"/>
          </a:p>
        </p:txBody>
      </p:sp>
      <p:sp>
        <p:nvSpPr>
          <p:cNvPr id="27" name="Text 23"/>
          <p:cNvSpPr/>
          <p:nvPr/>
        </p:nvSpPr>
        <p:spPr>
          <a:xfrm>
            <a:off x="4722493" y="2852142"/>
            <a:ext cx="3850007"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Carousel, tabel, bestelvorm</a:t>
            </a:r>
            <a:endParaRPr lang="af-ZA" sz="850" noProof="0" dirty="0"/>
          </a:p>
        </p:txBody>
      </p:sp>
      <p:sp>
        <p:nvSpPr>
          <p:cNvPr id="28" name="Shape 24"/>
          <p:cNvSpPr/>
          <p:nvPr/>
        </p:nvSpPr>
        <p:spPr>
          <a:xfrm>
            <a:off x="714375" y="3275409"/>
            <a:ext cx="1212652" cy="212527"/>
          </a:xfrm>
          <a:prstGeom prst="roundRect">
            <a:avLst/>
          </a:prstGeom>
          <a:solidFill>
            <a:srgbClr val="F4F6F3"/>
          </a:solidFill>
          <a:ln w="9144">
            <a:solidFill>
              <a:srgbClr val="8FBC8F"/>
            </a:solidFill>
            <a:prstDash val="solid"/>
          </a:ln>
        </p:spPr>
        <p:txBody>
          <a:bodyPr/>
          <a:lstStyle/>
          <a:p>
            <a:endParaRPr lang="af-ZA" noProof="0" dirty="0"/>
          </a:p>
        </p:txBody>
      </p:sp>
      <p:sp>
        <p:nvSpPr>
          <p:cNvPr id="29" name="Text 25"/>
          <p:cNvSpPr/>
          <p:nvPr/>
        </p:nvSpPr>
        <p:spPr>
          <a:xfrm>
            <a:off x="714375" y="3275409"/>
            <a:ext cx="1212652" cy="212527"/>
          </a:xfrm>
          <a:prstGeom prst="rect">
            <a:avLst/>
          </a:prstGeom>
          <a:noFill/>
          <a:ln/>
        </p:spPr>
        <p:txBody>
          <a:bodyPr wrap="none" lIns="102108" tIns="17018" rIns="102108" bIns="17018"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Voorraadbestuur</a:t>
            </a:r>
            <a:endParaRPr lang="af-ZA" sz="800" noProof="0" dirty="0"/>
          </a:p>
        </p:txBody>
      </p:sp>
      <p:sp>
        <p:nvSpPr>
          <p:cNvPr id="30" name="Text 26"/>
          <p:cNvSpPr/>
          <p:nvPr/>
        </p:nvSpPr>
        <p:spPr>
          <a:xfrm>
            <a:off x="2727099" y="3200400"/>
            <a:ext cx="1995394"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CRUD-databasis</a:t>
            </a:r>
            <a:endParaRPr lang="af-ZA" sz="850" noProof="0" dirty="0"/>
          </a:p>
        </p:txBody>
      </p:sp>
      <p:sp>
        <p:nvSpPr>
          <p:cNvPr id="31" name="Text 27"/>
          <p:cNvSpPr/>
          <p:nvPr/>
        </p:nvSpPr>
        <p:spPr>
          <a:xfrm>
            <a:off x="4722493" y="3200400"/>
            <a:ext cx="3850007"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Soek, byvoeg, wysig, verwyder</a:t>
            </a:r>
            <a:endParaRPr lang="af-ZA" sz="850" noProof="0" dirty="0"/>
          </a:p>
        </p:txBody>
      </p:sp>
      <p:sp>
        <p:nvSpPr>
          <p:cNvPr id="32" name="Shape 28"/>
          <p:cNvSpPr/>
          <p:nvPr/>
        </p:nvSpPr>
        <p:spPr>
          <a:xfrm>
            <a:off x="714375" y="3623667"/>
            <a:ext cx="1300163" cy="212527"/>
          </a:xfrm>
          <a:prstGeom prst="roundRect">
            <a:avLst/>
          </a:prstGeom>
          <a:solidFill>
            <a:srgbClr val="F4F6F3"/>
          </a:solidFill>
          <a:ln w="9144">
            <a:solidFill>
              <a:srgbClr val="8FBC8F"/>
            </a:solidFill>
            <a:prstDash val="solid"/>
          </a:ln>
        </p:spPr>
        <p:txBody>
          <a:bodyPr/>
          <a:lstStyle/>
          <a:p>
            <a:endParaRPr lang="af-ZA" noProof="0" dirty="0"/>
          </a:p>
        </p:txBody>
      </p:sp>
      <p:sp>
        <p:nvSpPr>
          <p:cNvPr id="33" name="Text 29"/>
          <p:cNvSpPr/>
          <p:nvPr/>
        </p:nvSpPr>
        <p:spPr>
          <a:xfrm>
            <a:off x="714375" y="3623667"/>
            <a:ext cx="1300163" cy="212527"/>
          </a:xfrm>
          <a:prstGeom prst="rect">
            <a:avLst/>
          </a:prstGeom>
          <a:noFill/>
          <a:ln/>
        </p:spPr>
        <p:txBody>
          <a:bodyPr wrap="square" lIns="102108" tIns="17018" rIns="102108" bIns="17018"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Verkope &amp; Rekords</a:t>
            </a:r>
            <a:endParaRPr lang="af-ZA" sz="800" noProof="0" dirty="0"/>
          </a:p>
        </p:txBody>
      </p:sp>
      <p:sp>
        <p:nvSpPr>
          <p:cNvPr id="34" name="Text 30"/>
          <p:cNvSpPr/>
          <p:nvPr/>
        </p:nvSpPr>
        <p:spPr>
          <a:xfrm>
            <a:off x="2712867" y="3548658"/>
            <a:ext cx="2000250"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Verkope-oorsig</a:t>
            </a:r>
            <a:endParaRPr lang="af-ZA" sz="850" noProof="0" dirty="0"/>
          </a:p>
        </p:txBody>
      </p:sp>
      <p:sp>
        <p:nvSpPr>
          <p:cNvPr id="35" name="Text 31"/>
          <p:cNvSpPr/>
          <p:nvPr/>
        </p:nvSpPr>
        <p:spPr>
          <a:xfrm>
            <a:off x="4713117" y="3548658"/>
            <a:ext cx="3859383" cy="348258"/>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Top 3 produkte dinamies</a:t>
            </a:r>
            <a:endParaRPr lang="af-ZA" sz="850" noProof="0" dirty="0"/>
          </a:p>
        </p:txBody>
      </p:sp>
      <p:sp>
        <p:nvSpPr>
          <p:cNvPr id="36" name="Shape 32"/>
          <p:cNvSpPr/>
          <p:nvPr/>
        </p:nvSpPr>
        <p:spPr>
          <a:xfrm>
            <a:off x="714375" y="3971925"/>
            <a:ext cx="614363" cy="212527"/>
          </a:xfrm>
          <a:prstGeom prst="roundRect">
            <a:avLst/>
          </a:prstGeom>
          <a:solidFill>
            <a:srgbClr val="F4F6F3"/>
          </a:solidFill>
          <a:ln w="9144">
            <a:solidFill>
              <a:srgbClr val="8FBC8F"/>
            </a:solidFill>
            <a:prstDash val="solid"/>
          </a:ln>
        </p:spPr>
        <p:txBody>
          <a:bodyPr/>
          <a:lstStyle/>
          <a:p>
            <a:endParaRPr lang="af-ZA" noProof="0" dirty="0"/>
          </a:p>
        </p:txBody>
      </p:sp>
      <p:sp>
        <p:nvSpPr>
          <p:cNvPr id="37" name="Text 33"/>
          <p:cNvSpPr/>
          <p:nvPr/>
        </p:nvSpPr>
        <p:spPr>
          <a:xfrm>
            <a:off x="714375" y="3971925"/>
            <a:ext cx="614363" cy="212527"/>
          </a:xfrm>
          <a:prstGeom prst="rect">
            <a:avLst/>
          </a:prstGeom>
          <a:noFill/>
          <a:ln/>
        </p:spPr>
        <p:txBody>
          <a:bodyPr wrap="none" lIns="102108" tIns="17018" rIns="102108" bIns="17018"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Kontak</a:t>
            </a:r>
            <a:endParaRPr lang="af-ZA" sz="800" noProof="0" dirty="0"/>
          </a:p>
        </p:txBody>
      </p:sp>
      <p:sp>
        <p:nvSpPr>
          <p:cNvPr id="38" name="Text 34"/>
          <p:cNvSpPr/>
          <p:nvPr/>
        </p:nvSpPr>
        <p:spPr>
          <a:xfrm>
            <a:off x="2712867" y="3896916"/>
            <a:ext cx="2000250" cy="344686"/>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Navrae &amp; besoeke</a:t>
            </a:r>
            <a:endParaRPr lang="af-ZA" sz="850" noProof="0" dirty="0"/>
          </a:p>
        </p:txBody>
      </p:sp>
      <p:sp>
        <p:nvSpPr>
          <p:cNvPr id="39" name="Text 35"/>
          <p:cNvSpPr/>
          <p:nvPr/>
        </p:nvSpPr>
        <p:spPr>
          <a:xfrm>
            <a:off x="4713117" y="3896916"/>
            <a:ext cx="3859383" cy="344686"/>
          </a:xfrm>
          <a:prstGeom prst="rect">
            <a:avLst/>
          </a:prstGeom>
          <a:noFill/>
          <a:ln/>
        </p:spPr>
        <p:txBody>
          <a:bodyPr wrap="square" lIns="170053" tIns="85090" rIns="170053" bIns="85090" rtlCol="0" anchor="ctr">
            <a:spAutoFit/>
          </a:bodyPr>
          <a:lstStyle/>
          <a:p>
            <a:pPr marL="0" indent="0" algn="l">
              <a:buNone/>
            </a:pPr>
            <a:r>
              <a:rPr lang="af-ZA" sz="850" noProof="0" dirty="0">
                <a:solidFill>
                  <a:srgbClr val="4A5D23"/>
                </a:solidFill>
                <a:latin typeface="Poppins Light" pitchFamily="34" charset="0"/>
                <a:ea typeface="Poppins Light" pitchFamily="34" charset="-122"/>
                <a:cs typeface="Poppins Light" pitchFamily="34" charset="-120"/>
              </a:rPr>
              <a:t>Kalender, kontakvorm</a:t>
            </a:r>
            <a:endParaRPr lang="af-ZA" sz="85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428625"/>
            <a:ext cx="8001000" cy="692497"/>
          </a:xfrm>
          <a:prstGeom prst="rect">
            <a:avLst/>
          </a:prstGeom>
          <a:noFill/>
          <a:ln/>
        </p:spPr>
        <p:txBody>
          <a:bodyPr wrap="square" lIns="0" tIns="0" rIns="0" bIns="0" rtlCol="0" anchor="t">
            <a:spAutoFit/>
          </a:bodyPr>
          <a:lstStyle/>
          <a:p>
            <a:pPr marL="0" indent="0" algn="ctr">
              <a:buNone/>
            </a:pPr>
            <a:r>
              <a:rPr lang="af-ZA" sz="2250" b="1" noProof="0" dirty="0">
                <a:solidFill>
                  <a:srgbClr val="0F381C"/>
                </a:solidFill>
                <a:latin typeface="Poppins Bold" pitchFamily="34" charset="0"/>
                <a:ea typeface="Poppins Bold" pitchFamily="34" charset="-122"/>
                <a:cs typeface="Poppins Bold" pitchFamily="34" charset="-120"/>
              </a:rPr>
              <a:t>Tegnologie-stapel: </a:t>
            </a:r>
          </a:p>
          <a:p>
            <a:pPr marL="0" indent="0" algn="ctr">
              <a:buNone/>
            </a:pPr>
            <a:r>
              <a:rPr lang="af-ZA" sz="2250" noProof="0" dirty="0">
                <a:solidFill>
                  <a:schemeClr val="accent6">
                    <a:lumMod val="50000"/>
                  </a:schemeClr>
                </a:solidFill>
                <a:latin typeface="Poppins Bold" pitchFamily="34" charset="0"/>
                <a:ea typeface="Poppins Bold" pitchFamily="34" charset="-122"/>
                <a:cs typeface="Poppins Bold" pitchFamily="34" charset="-120"/>
              </a:rPr>
              <a:t>HTML5, CSS en JavaScript</a:t>
            </a:r>
            <a:endParaRPr lang="af-ZA" sz="2250" noProof="0" dirty="0">
              <a:solidFill>
                <a:schemeClr val="accent6">
                  <a:lumMod val="50000"/>
                </a:schemeClr>
              </a:solidFill>
            </a:endParaRPr>
          </a:p>
        </p:txBody>
      </p:sp>
      <p:sp>
        <p:nvSpPr>
          <p:cNvPr id="5" name="Shape 1"/>
          <p:cNvSpPr/>
          <p:nvPr/>
        </p:nvSpPr>
        <p:spPr>
          <a:xfrm>
            <a:off x="763589" y="1259086"/>
            <a:ext cx="1134070" cy="400050"/>
          </a:xfrm>
          <a:prstGeom prst="roundRect">
            <a:avLst/>
          </a:prstGeom>
          <a:solidFill>
            <a:srgbClr val="FFFFFF"/>
          </a:solidFill>
          <a:ln w="18288">
            <a:solidFill>
              <a:srgbClr val="8FBC8F"/>
            </a:solidFill>
            <a:prstDash val="solid"/>
          </a:ln>
        </p:spPr>
        <p:txBody>
          <a:bodyPr/>
          <a:lstStyle/>
          <a:p>
            <a:endParaRPr lang="af-ZA" noProof="0" dirty="0"/>
          </a:p>
        </p:txBody>
      </p:sp>
      <p:pic>
        <p:nvPicPr>
          <p:cNvPr id="6" name="Image 1" descr="preencoded.png"/>
          <p:cNvPicPr>
            <a:picLocks noChangeAspect="1"/>
          </p:cNvPicPr>
          <p:nvPr/>
        </p:nvPicPr>
        <p:blipFill>
          <a:blip r:embed="rId4"/>
          <a:stretch>
            <a:fillRect/>
          </a:stretch>
        </p:blipFill>
        <p:spPr>
          <a:xfrm>
            <a:off x="949326" y="1359098"/>
            <a:ext cx="150019" cy="200025"/>
          </a:xfrm>
          <a:prstGeom prst="rect">
            <a:avLst/>
          </a:prstGeom>
        </p:spPr>
      </p:pic>
      <p:sp>
        <p:nvSpPr>
          <p:cNvPr id="7" name="Text 2"/>
          <p:cNvSpPr/>
          <p:nvPr/>
        </p:nvSpPr>
        <p:spPr>
          <a:xfrm>
            <a:off x="1228483" y="1386482"/>
            <a:ext cx="526852" cy="235744"/>
          </a:xfrm>
          <a:prstGeom prst="rect">
            <a:avLst/>
          </a:prstGeom>
          <a:noFill/>
          <a:ln/>
        </p:spPr>
        <p:txBody>
          <a:bodyPr wrap="none" lIns="0" tIns="0" rIns="0" bIns="0" rtlCol="0" anchor="t">
            <a:spAutoFit/>
          </a:bodyPr>
          <a:lstStyle/>
          <a:p>
            <a:pPr marL="0" indent="0" algn="l">
              <a:buNone/>
            </a:pPr>
            <a:r>
              <a:rPr lang="af-ZA" sz="1100" b="1" noProof="0" dirty="0">
                <a:solidFill>
                  <a:srgbClr val="0F381C"/>
                </a:solidFill>
                <a:latin typeface="Poppins Bold" pitchFamily="34" charset="0"/>
                <a:ea typeface="Poppins Bold" pitchFamily="34" charset="-122"/>
                <a:cs typeface="Poppins Bold" pitchFamily="34" charset="-120"/>
              </a:rPr>
              <a:t>HTML5</a:t>
            </a:r>
            <a:endParaRPr lang="af-ZA" sz="1100" noProof="0" dirty="0"/>
          </a:p>
        </p:txBody>
      </p:sp>
      <p:sp>
        <p:nvSpPr>
          <p:cNvPr id="8" name="Text 3"/>
          <p:cNvSpPr/>
          <p:nvPr/>
        </p:nvSpPr>
        <p:spPr>
          <a:xfrm>
            <a:off x="571500" y="1873448"/>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Semantiese elemente</a:t>
            </a:r>
            <a:endParaRPr lang="af-ZA" sz="950" noProof="0" dirty="0"/>
          </a:p>
        </p:txBody>
      </p:sp>
      <p:sp>
        <p:nvSpPr>
          <p:cNvPr id="9" name="Text 4"/>
          <p:cNvSpPr/>
          <p:nvPr/>
        </p:nvSpPr>
        <p:spPr>
          <a:xfrm>
            <a:off x="571500" y="2167765"/>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7 blaaie, 65 lêers</a:t>
            </a:r>
            <a:endParaRPr lang="af-ZA" sz="950" noProof="0" dirty="0"/>
          </a:p>
        </p:txBody>
      </p:sp>
      <p:sp>
        <p:nvSpPr>
          <p:cNvPr id="10" name="Text 5"/>
          <p:cNvSpPr/>
          <p:nvPr/>
        </p:nvSpPr>
        <p:spPr>
          <a:xfrm>
            <a:off x="571500" y="2462082"/>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Metadata &amp; viewport</a:t>
            </a:r>
            <a:endParaRPr lang="af-ZA" sz="950" noProof="0" dirty="0"/>
          </a:p>
        </p:txBody>
      </p:sp>
      <p:sp>
        <p:nvSpPr>
          <p:cNvPr id="11" name="Text 6"/>
          <p:cNvSpPr/>
          <p:nvPr/>
        </p:nvSpPr>
        <p:spPr>
          <a:xfrm>
            <a:off x="571500" y="2756399"/>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Webvorms met validasie</a:t>
            </a:r>
            <a:endParaRPr lang="af-ZA" sz="950" noProof="0" dirty="0"/>
          </a:p>
        </p:txBody>
      </p:sp>
      <p:sp>
        <p:nvSpPr>
          <p:cNvPr id="12" name="Text 7"/>
          <p:cNvSpPr/>
          <p:nvPr/>
        </p:nvSpPr>
        <p:spPr>
          <a:xfrm>
            <a:off x="571500" y="1844873"/>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13" name="Text 8"/>
          <p:cNvSpPr/>
          <p:nvPr/>
        </p:nvSpPr>
        <p:spPr>
          <a:xfrm>
            <a:off x="571500" y="2139190"/>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14" name="Text 9"/>
          <p:cNvSpPr/>
          <p:nvPr/>
        </p:nvSpPr>
        <p:spPr>
          <a:xfrm>
            <a:off x="571500" y="2433507"/>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15" name="Text 10"/>
          <p:cNvSpPr/>
          <p:nvPr/>
        </p:nvSpPr>
        <p:spPr>
          <a:xfrm>
            <a:off x="571500" y="2727824"/>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16" name="Shape 11"/>
          <p:cNvSpPr/>
          <p:nvPr/>
        </p:nvSpPr>
        <p:spPr>
          <a:xfrm>
            <a:off x="3307885" y="1259086"/>
            <a:ext cx="919758" cy="400050"/>
          </a:xfrm>
          <a:prstGeom prst="roundRect">
            <a:avLst/>
          </a:prstGeom>
          <a:solidFill>
            <a:srgbClr val="FFFFFF"/>
          </a:solidFill>
          <a:ln w="18288">
            <a:solidFill>
              <a:srgbClr val="8FBC8F"/>
            </a:solidFill>
            <a:prstDash val="solid"/>
          </a:ln>
        </p:spPr>
        <p:txBody>
          <a:bodyPr/>
          <a:lstStyle/>
          <a:p>
            <a:endParaRPr lang="af-ZA" noProof="0" dirty="0"/>
          </a:p>
        </p:txBody>
      </p:sp>
      <p:pic>
        <p:nvPicPr>
          <p:cNvPr id="17" name="Image 2" descr="preencoded.png"/>
          <p:cNvPicPr>
            <a:picLocks noChangeAspect="1"/>
          </p:cNvPicPr>
          <p:nvPr/>
        </p:nvPicPr>
        <p:blipFill>
          <a:blip r:embed="rId5"/>
          <a:stretch>
            <a:fillRect/>
          </a:stretch>
        </p:blipFill>
        <p:spPr>
          <a:xfrm>
            <a:off x="3493623" y="1359098"/>
            <a:ext cx="150019" cy="200025"/>
          </a:xfrm>
          <a:prstGeom prst="rect">
            <a:avLst/>
          </a:prstGeom>
        </p:spPr>
      </p:pic>
      <p:sp>
        <p:nvSpPr>
          <p:cNvPr id="18" name="Text 12"/>
          <p:cNvSpPr/>
          <p:nvPr/>
        </p:nvSpPr>
        <p:spPr>
          <a:xfrm>
            <a:off x="3777587" y="1386482"/>
            <a:ext cx="312539" cy="235744"/>
          </a:xfrm>
          <a:prstGeom prst="rect">
            <a:avLst/>
          </a:prstGeom>
          <a:noFill/>
          <a:ln/>
        </p:spPr>
        <p:txBody>
          <a:bodyPr wrap="none" lIns="0" tIns="0" rIns="0" bIns="0" rtlCol="0" anchor="t">
            <a:spAutoFit/>
          </a:bodyPr>
          <a:lstStyle/>
          <a:p>
            <a:pPr marL="0" indent="0" algn="l">
              <a:buNone/>
            </a:pPr>
            <a:r>
              <a:rPr lang="af-ZA" sz="1100" b="1" noProof="0" dirty="0">
                <a:solidFill>
                  <a:srgbClr val="0F381C"/>
                </a:solidFill>
                <a:latin typeface="Poppins Bold" pitchFamily="34" charset="0"/>
                <a:ea typeface="Poppins Bold" pitchFamily="34" charset="-122"/>
                <a:cs typeface="Poppins Bold" pitchFamily="34" charset="-120"/>
              </a:rPr>
              <a:t>CSS</a:t>
            </a:r>
            <a:endParaRPr lang="af-ZA" sz="1100" noProof="0" dirty="0"/>
          </a:p>
        </p:txBody>
      </p:sp>
      <p:sp>
        <p:nvSpPr>
          <p:cNvPr id="19" name="Text 13"/>
          <p:cNvSpPr/>
          <p:nvPr/>
        </p:nvSpPr>
        <p:spPr>
          <a:xfrm>
            <a:off x="3309928" y="1873448"/>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Flexbox &amp; CSS Grid</a:t>
            </a:r>
            <a:endParaRPr lang="af-ZA" sz="950" noProof="0" dirty="0"/>
          </a:p>
        </p:txBody>
      </p:sp>
      <p:sp>
        <p:nvSpPr>
          <p:cNvPr id="20" name="Text 14"/>
          <p:cNvSpPr/>
          <p:nvPr/>
        </p:nvSpPr>
        <p:spPr>
          <a:xfrm>
            <a:off x="3309928" y="2167765"/>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Media queries (3 breekpunte)</a:t>
            </a:r>
            <a:endParaRPr lang="af-ZA" sz="950" noProof="0" dirty="0"/>
          </a:p>
        </p:txBody>
      </p:sp>
      <p:sp>
        <p:nvSpPr>
          <p:cNvPr id="21" name="Text 15"/>
          <p:cNvSpPr/>
          <p:nvPr/>
        </p:nvSpPr>
        <p:spPr>
          <a:xfrm>
            <a:off x="3309928" y="2462082"/>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Animasies &amp; transformasies</a:t>
            </a:r>
            <a:endParaRPr lang="af-ZA" sz="950" noProof="0" dirty="0"/>
          </a:p>
        </p:txBody>
      </p:sp>
      <p:sp>
        <p:nvSpPr>
          <p:cNvPr id="22" name="Text 16"/>
          <p:cNvSpPr/>
          <p:nvPr/>
        </p:nvSpPr>
        <p:spPr>
          <a:xfrm>
            <a:off x="3309928" y="2756399"/>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Print.css vir A4</a:t>
            </a:r>
            <a:endParaRPr lang="af-ZA" sz="950" noProof="0" dirty="0"/>
          </a:p>
        </p:txBody>
      </p:sp>
      <p:sp>
        <p:nvSpPr>
          <p:cNvPr id="23" name="Text 17"/>
          <p:cNvSpPr/>
          <p:nvPr/>
        </p:nvSpPr>
        <p:spPr>
          <a:xfrm>
            <a:off x="3309928" y="1844873"/>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24" name="Text 18"/>
          <p:cNvSpPr/>
          <p:nvPr/>
        </p:nvSpPr>
        <p:spPr>
          <a:xfrm>
            <a:off x="3309928" y="2139190"/>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25" name="Text 19"/>
          <p:cNvSpPr/>
          <p:nvPr/>
        </p:nvSpPr>
        <p:spPr>
          <a:xfrm>
            <a:off x="3309928" y="2433507"/>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26" name="Text 20"/>
          <p:cNvSpPr/>
          <p:nvPr/>
        </p:nvSpPr>
        <p:spPr>
          <a:xfrm>
            <a:off x="3309928" y="2727824"/>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27" name="Shape 21"/>
          <p:cNvSpPr/>
          <p:nvPr/>
        </p:nvSpPr>
        <p:spPr>
          <a:xfrm>
            <a:off x="6066476" y="1259086"/>
            <a:ext cx="1505545" cy="400050"/>
          </a:xfrm>
          <a:prstGeom prst="roundRect">
            <a:avLst/>
          </a:prstGeom>
          <a:solidFill>
            <a:srgbClr val="FFFFFF"/>
          </a:solidFill>
          <a:ln w="18288">
            <a:solidFill>
              <a:srgbClr val="8FBC8F"/>
            </a:solidFill>
            <a:prstDash val="solid"/>
          </a:ln>
        </p:spPr>
        <p:txBody>
          <a:bodyPr/>
          <a:lstStyle/>
          <a:p>
            <a:endParaRPr lang="af-ZA" noProof="0" dirty="0"/>
          </a:p>
        </p:txBody>
      </p:sp>
      <p:pic>
        <p:nvPicPr>
          <p:cNvPr id="28" name="Image 3" descr="preencoded.png"/>
          <p:cNvPicPr>
            <a:picLocks noChangeAspect="1"/>
          </p:cNvPicPr>
          <p:nvPr/>
        </p:nvPicPr>
        <p:blipFill>
          <a:blip r:embed="rId6"/>
          <a:stretch>
            <a:fillRect/>
          </a:stretch>
        </p:blipFill>
        <p:spPr>
          <a:xfrm>
            <a:off x="6252213" y="1359098"/>
            <a:ext cx="175022" cy="200025"/>
          </a:xfrm>
          <a:prstGeom prst="rect">
            <a:avLst/>
          </a:prstGeom>
        </p:spPr>
      </p:pic>
      <p:sp>
        <p:nvSpPr>
          <p:cNvPr id="29" name="Text 22"/>
          <p:cNvSpPr/>
          <p:nvPr/>
        </p:nvSpPr>
        <p:spPr>
          <a:xfrm>
            <a:off x="6512960" y="1390412"/>
            <a:ext cx="873323" cy="235744"/>
          </a:xfrm>
          <a:prstGeom prst="rect">
            <a:avLst/>
          </a:prstGeom>
          <a:noFill/>
          <a:ln/>
        </p:spPr>
        <p:txBody>
          <a:bodyPr wrap="none" lIns="0" tIns="0" rIns="0" bIns="0" rtlCol="0" anchor="t">
            <a:spAutoFit/>
          </a:bodyPr>
          <a:lstStyle/>
          <a:p>
            <a:pPr marL="0" indent="0" algn="l">
              <a:buNone/>
            </a:pPr>
            <a:r>
              <a:rPr lang="af-ZA" sz="1100" b="1" noProof="0" dirty="0">
                <a:solidFill>
                  <a:srgbClr val="0F381C"/>
                </a:solidFill>
                <a:latin typeface="Poppins Bold" pitchFamily="34" charset="0"/>
                <a:ea typeface="Poppins Bold" pitchFamily="34" charset="-122"/>
                <a:cs typeface="Poppins Bold" pitchFamily="34" charset="-120"/>
              </a:rPr>
              <a:t>JavaScript</a:t>
            </a:r>
            <a:endParaRPr lang="af-ZA" sz="1100" noProof="0" dirty="0"/>
          </a:p>
        </p:txBody>
      </p:sp>
      <p:sp>
        <p:nvSpPr>
          <p:cNvPr id="30" name="Text 23"/>
          <p:cNvSpPr/>
          <p:nvPr/>
        </p:nvSpPr>
        <p:spPr>
          <a:xfrm>
            <a:off x="6048356" y="1873448"/>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DOM-manipulasie</a:t>
            </a:r>
            <a:endParaRPr lang="af-ZA" sz="950" noProof="0" dirty="0"/>
          </a:p>
        </p:txBody>
      </p:sp>
      <p:sp>
        <p:nvSpPr>
          <p:cNvPr id="31" name="Text 24"/>
          <p:cNvSpPr/>
          <p:nvPr/>
        </p:nvSpPr>
        <p:spPr>
          <a:xfrm>
            <a:off x="6048356" y="2167765"/>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localStorage CRUD</a:t>
            </a:r>
            <a:endParaRPr lang="af-ZA" sz="950" noProof="0" dirty="0"/>
          </a:p>
        </p:txBody>
      </p:sp>
      <p:sp>
        <p:nvSpPr>
          <p:cNvPr id="32" name="Text 25"/>
          <p:cNvSpPr/>
          <p:nvPr/>
        </p:nvSpPr>
        <p:spPr>
          <a:xfrm>
            <a:off x="6048356" y="2462082"/>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Event listeners</a:t>
            </a:r>
            <a:endParaRPr lang="af-ZA" sz="950" noProof="0" dirty="0"/>
          </a:p>
        </p:txBody>
      </p:sp>
      <p:sp>
        <p:nvSpPr>
          <p:cNvPr id="33" name="Text 26"/>
          <p:cNvSpPr/>
          <p:nvPr/>
        </p:nvSpPr>
        <p:spPr>
          <a:xfrm>
            <a:off x="6048356" y="2756399"/>
            <a:ext cx="2524116" cy="180017"/>
          </a:xfrm>
          <a:prstGeom prst="rect">
            <a:avLst/>
          </a:prstGeom>
          <a:noFill/>
          <a:ln/>
        </p:spPr>
        <p:txBody>
          <a:bodyPr wrap="none" lIns="204089" tIns="0" rIns="0" bIns="0" rtlCol="0" anchor="t">
            <a:spAutoFit/>
          </a:bodyPr>
          <a:lstStyle/>
          <a:p>
            <a:pPr marL="0" indent="0" algn="l">
              <a:lnSpc>
                <a:spcPct val="112000"/>
              </a:lnSpc>
              <a:buNone/>
            </a:pPr>
            <a:r>
              <a:rPr lang="af-ZA" sz="950" noProof="0" dirty="0">
                <a:solidFill>
                  <a:srgbClr val="4A5D23"/>
                </a:solidFill>
                <a:latin typeface="Poppins Light" pitchFamily="34" charset="0"/>
                <a:ea typeface="Poppins Light" pitchFamily="34" charset="-122"/>
                <a:cs typeface="Poppins Light" pitchFamily="34" charset="-120"/>
              </a:rPr>
              <a:t>Kalender &amp; mandjie</a:t>
            </a:r>
            <a:endParaRPr lang="af-ZA" sz="950" noProof="0" dirty="0"/>
          </a:p>
        </p:txBody>
      </p:sp>
      <p:sp>
        <p:nvSpPr>
          <p:cNvPr id="34" name="Text 27"/>
          <p:cNvSpPr/>
          <p:nvPr/>
        </p:nvSpPr>
        <p:spPr>
          <a:xfrm>
            <a:off x="6048356" y="1844873"/>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35" name="Text 28"/>
          <p:cNvSpPr/>
          <p:nvPr/>
        </p:nvSpPr>
        <p:spPr>
          <a:xfrm>
            <a:off x="6048356" y="2139190"/>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36" name="Text 29"/>
          <p:cNvSpPr/>
          <p:nvPr/>
        </p:nvSpPr>
        <p:spPr>
          <a:xfrm>
            <a:off x="6048356" y="2433507"/>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
        <p:nvSpPr>
          <p:cNvPr id="37" name="Text 30"/>
          <p:cNvSpPr/>
          <p:nvPr/>
        </p:nvSpPr>
        <p:spPr>
          <a:xfrm>
            <a:off x="6048356" y="2727824"/>
            <a:ext cx="62508" cy="240013"/>
          </a:xfrm>
          <a:prstGeom prst="rect">
            <a:avLst/>
          </a:prstGeom>
          <a:noFill/>
          <a:ln/>
        </p:spPr>
        <p:txBody>
          <a:bodyPr wrap="none" lIns="0" tIns="0" rIns="0" bIns="0" rtlCol="0" anchor="t">
            <a:spAutoFit/>
          </a:bodyPr>
          <a:lstStyle/>
          <a:p>
            <a:pPr marL="0" indent="0" algn="l">
              <a:lnSpc>
                <a:spcPct val="112000"/>
              </a:lnSpc>
              <a:buNone/>
            </a:pPr>
            <a:r>
              <a:rPr lang="af-ZA" sz="1250" noProof="0" dirty="0">
                <a:solidFill>
                  <a:srgbClr val="8FBC8F"/>
                </a:solidFill>
                <a:latin typeface="Poppins Light" pitchFamily="34" charset="0"/>
                <a:ea typeface="Poppins Light" pitchFamily="34" charset="-122"/>
                <a:cs typeface="Poppins Light" pitchFamily="34" charset="-120"/>
              </a:rPr>
              <a:t>•</a:t>
            </a:r>
            <a:endParaRPr lang="af-ZA" sz="1250"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chemeClr val="tx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biLevel thresh="25000"/>
          </a:blip>
          <a:stretch>
            <a:fillRect/>
          </a:stretch>
        </p:blipFill>
        <p:spPr>
          <a:xfrm>
            <a:off x="0" y="0"/>
            <a:ext cx="9144000" cy="5317741"/>
          </a:xfrm>
          <a:prstGeom prst="rect">
            <a:avLst/>
          </a:prstGeom>
        </p:spPr>
      </p:pic>
      <p:pic>
        <p:nvPicPr>
          <p:cNvPr id="4" name="Image 1" descr="preencoded.png"/>
          <p:cNvPicPr>
            <a:picLocks noChangeAspect="1"/>
          </p:cNvPicPr>
          <p:nvPr/>
        </p:nvPicPr>
        <p:blipFill>
          <a:blip r:embed="rId4">
            <a:alphaModFix amt="50000"/>
          </a:blip>
          <a:stretch>
            <a:fillRect/>
          </a:stretch>
        </p:blipFill>
        <p:spPr>
          <a:xfrm>
            <a:off x="0" y="0"/>
            <a:ext cx="9144000" cy="5317741"/>
          </a:xfrm>
          <a:prstGeom prst="rect">
            <a:avLst/>
          </a:prstGeom>
        </p:spPr>
      </p:pic>
      <p:sp>
        <p:nvSpPr>
          <p:cNvPr id="5" name="Shape 0"/>
          <p:cNvSpPr/>
          <p:nvPr/>
        </p:nvSpPr>
        <p:spPr>
          <a:xfrm>
            <a:off x="571500" y="428625"/>
            <a:ext cx="428625" cy="428625"/>
          </a:xfrm>
          <a:prstGeom prst="ellipse">
            <a:avLst/>
          </a:prstGeom>
          <a:solidFill>
            <a:srgbClr val="8FBC8F"/>
          </a:solidFill>
          <a:ln/>
        </p:spPr>
        <p:txBody>
          <a:bodyPr/>
          <a:lstStyle/>
          <a:p>
            <a:endParaRPr lang="af-ZA" noProof="0" dirty="0"/>
          </a:p>
        </p:txBody>
      </p:sp>
      <p:sp>
        <p:nvSpPr>
          <p:cNvPr id="6" name="Text 1"/>
          <p:cNvSpPr/>
          <p:nvPr/>
        </p:nvSpPr>
        <p:spPr>
          <a:xfrm>
            <a:off x="571500" y="428625"/>
            <a:ext cx="428625" cy="428625"/>
          </a:xfrm>
          <a:prstGeom prst="rect">
            <a:avLst/>
          </a:prstGeom>
          <a:noFill/>
          <a:ln/>
        </p:spPr>
        <p:txBody>
          <a:bodyPr wrap="none" lIns="0" tIns="0" rIns="0" bIns="0" rtlCol="0" anchor="ctr">
            <a:spAutoFit/>
          </a:bodyPr>
          <a:lstStyle/>
          <a:p>
            <a:pPr marL="0" indent="0" algn="ctr">
              <a:buNone/>
            </a:pPr>
            <a:r>
              <a:rPr lang="af-ZA" sz="1200" b="1" noProof="0" dirty="0">
                <a:solidFill>
                  <a:srgbClr val="0F381C"/>
                </a:solidFill>
                <a:latin typeface="Poppins Bold" pitchFamily="34" charset="0"/>
                <a:ea typeface="Poppins Bold" pitchFamily="34" charset="-122"/>
                <a:cs typeface="Poppins Bold" pitchFamily="34" charset="-120"/>
              </a:rPr>
              <a:t>HB</a:t>
            </a:r>
            <a:endParaRPr lang="af-ZA" sz="1200" noProof="0" dirty="0"/>
          </a:p>
        </p:txBody>
      </p:sp>
      <p:sp>
        <p:nvSpPr>
          <p:cNvPr id="7" name="Text 2"/>
          <p:cNvSpPr/>
          <p:nvPr/>
        </p:nvSpPr>
        <p:spPr>
          <a:xfrm>
            <a:off x="571500" y="1000125"/>
            <a:ext cx="8001000" cy="822927"/>
          </a:xfrm>
          <a:prstGeom prst="rect">
            <a:avLst/>
          </a:prstGeom>
          <a:noFill/>
          <a:ln/>
        </p:spPr>
        <p:txBody>
          <a:bodyPr wrap="square" lIns="0" tIns="0" rIns="0" bIns="0" rtlCol="0" anchor="t">
            <a:spAutoFit/>
          </a:bodyPr>
          <a:lstStyle/>
          <a:p>
            <a:pPr marL="0" indent="0" algn="l">
              <a:lnSpc>
                <a:spcPct val="96000"/>
              </a:lnSpc>
              <a:buNone/>
            </a:pPr>
            <a:r>
              <a:rPr lang="af-ZA" sz="2450" b="1" noProof="0" dirty="0">
                <a:solidFill>
                  <a:srgbClr val="FFFFFF"/>
                </a:solidFill>
                <a:latin typeface="Poppins Bold" pitchFamily="34" charset="0"/>
                <a:ea typeface="Poppins Bold" pitchFamily="34" charset="-122"/>
                <a:cs typeface="Poppins Bold" pitchFamily="34" charset="-120"/>
              </a:rPr>
              <a:t>Highveld Boerdery – 'n Volledige Weboplossing</a:t>
            </a:r>
            <a:endParaRPr lang="af-ZA" sz="2450" noProof="0" dirty="0"/>
          </a:p>
        </p:txBody>
      </p:sp>
      <p:sp>
        <p:nvSpPr>
          <p:cNvPr id="8" name="Shape 3"/>
          <p:cNvSpPr/>
          <p:nvPr/>
        </p:nvSpPr>
        <p:spPr>
          <a:xfrm>
            <a:off x="571500" y="2161124"/>
            <a:ext cx="325041" cy="255389"/>
          </a:xfrm>
          <a:prstGeom prst="roundRect">
            <a:avLst/>
          </a:prstGeom>
          <a:solidFill>
            <a:srgbClr val="8FBC8F"/>
          </a:solidFill>
          <a:ln/>
        </p:spPr>
        <p:txBody>
          <a:bodyPr/>
          <a:lstStyle/>
          <a:p>
            <a:endParaRPr lang="af-ZA" noProof="0" dirty="0"/>
          </a:p>
        </p:txBody>
      </p:sp>
      <p:sp>
        <p:nvSpPr>
          <p:cNvPr id="9" name="Text 4"/>
          <p:cNvSpPr/>
          <p:nvPr/>
        </p:nvSpPr>
        <p:spPr>
          <a:xfrm>
            <a:off x="571500" y="2161124"/>
            <a:ext cx="325041" cy="255389"/>
          </a:xfrm>
          <a:prstGeom prst="rect">
            <a:avLst/>
          </a:prstGeom>
          <a:noFill/>
          <a:ln/>
        </p:spPr>
        <p:txBody>
          <a:bodyPr wrap="none" lIns="136017" tIns="51054" rIns="136017" bIns="51054"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a:t>
            </a:r>
            <a:endParaRPr lang="af-ZA" sz="800" noProof="0" dirty="0"/>
          </a:p>
        </p:txBody>
      </p:sp>
      <p:sp>
        <p:nvSpPr>
          <p:cNvPr id="10" name="Text 5"/>
          <p:cNvSpPr/>
          <p:nvPr/>
        </p:nvSpPr>
        <p:spPr>
          <a:xfrm>
            <a:off x="1010841" y="2108802"/>
            <a:ext cx="3418284" cy="360034"/>
          </a:xfrm>
          <a:prstGeom prst="rect">
            <a:avLst/>
          </a:prstGeom>
          <a:noFill/>
          <a:ln/>
        </p:spPr>
        <p:txBody>
          <a:bodyPr wrap="square" lIns="0" tIns="0" rIns="0" bIns="0" rtlCol="0" anchor="t">
            <a:spAutoFit/>
          </a:bodyPr>
          <a:lstStyle/>
          <a:p>
            <a:pPr marL="0" indent="0" algn="l">
              <a:lnSpc>
                <a:spcPct val="112000"/>
              </a:lnSpc>
              <a:buNone/>
            </a:pPr>
            <a:r>
              <a:rPr lang="af-ZA" sz="950" noProof="0" dirty="0">
                <a:solidFill>
                  <a:srgbClr val="F4F6F3"/>
                </a:solidFill>
                <a:latin typeface="Poppins Light" pitchFamily="34" charset="0"/>
                <a:ea typeface="Poppins Light" pitchFamily="34" charset="-122"/>
                <a:cs typeface="Poppins Light" pitchFamily="34" charset="-120"/>
              </a:rPr>
              <a:t>Responsiewe multi-bladsy webtuiste (selfoon, tablet, rekenaar)</a:t>
            </a:r>
            <a:endParaRPr lang="af-ZA" sz="950" noProof="0" dirty="0"/>
          </a:p>
        </p:txBody>
      </p:sp>
      <p:sp>
        <p:nvSpPr>
          <p:cNvPr id="11" name="Shape 6"/>
          <p:cNvSpPr/>
          <p:nvPr/>
        </p:nvSpPr>
        <p:spPr>
          <a:xfrm>
            <a:off x="4714875" y="2161124"/>
            <a:ext cx="325041" cy="255389"/>
          </a:xfrm>
          <a:prstGeom prst="roundRect">
            <a:avLst/>
          </a:prstGeom>
          <a:solidFill>
            <a:srgbClr val="8FBC8F"/>
          </a:solidFill>
          <a:ln/>
        </p:spPr>
        <p:txBody>
          <a:bodyPr/>
          <a:lstStyle/>
          <a:p>
            <a:endParaRPr lang="af-ZA" noProof="0" dirty="0"/>
          </a:p>
        </p:txBody>
      </p:sp>
      <p:sp>
        <p:nvSpPr>
          <p:cNvPr id="12" name="Text 7"/>
          <p:cNvSpPr/>
          <p:nvPr/>
        </p:nvSpPr>
        <p:spPr>
          <a:xfrm>
            <a:off x="4714875" y="2161124"/>
            <a:ext cx="325041" cy="255389"/>
          </a:xfrm>
          <a:prstGeom prst="rect">
            <a:avLst/>
          </a:prstGeom>
          <a:noFill/>
          <a:ln/>
        </p:spPr>
        <p:txBody>
          <a:bodyPr wrap="none" lIns="136017" tIns="51054" rIns="136017" bIns="51054"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a:t>
            </a:r>
            <a:endParaRPr lang="af-ZA" sz="800" noProof="0" dirty="0"/>
          </a:p>
        </p:txBody>
      </p:sp>
      <p:sp>
        <p:nvSpPr>
          <p:cNvPr id="13" name="Text 8"/>
          <p:cNvSpPr/>
          <p:nvPr/>
        </p:nvSpPr>
        <p:spPr>
          <a:xfrm>
            <a:off x="5154216" y="2108802"/>
            <a:ext cx="3418284" cy="360034"/>
          </a:xfrm>
          <a:prstGeom prst="rect">
            <a:avLst/>
          </a:prstGeom>
          <a:noFill/>
          <a:ln/>
        </p:spPr>
        <p:txBody>
          <a:bodyPr wrap="square" lIns="0" tIns="0" rIns="0" bIns="0" rtlCol="0" anchor="t">
            <a:spAutoFit/>
          </a:bodyPr>
          <a:lstStyle/>
          <a:p>
            <a:pPr marL="0" indent="0" algn="l">
              <a:lnSpc>
                <a:spcPct val="112000"/>
              </a:lnSpc>
              <a:buNone/>
            </a:pPr>
            <a:r>
              <a:rPr lang="af-ZA" sz="950" noProof="0" dirty="0">
                <a:solidFill>
                  <a:srgbClr val="F4F6F3"/>
                </a:solidFill>
                <a:latin typeface="Poppins Light" pitchFamily="34" charset="0"/>
                <a:ea typeface="Poppins Light" pitchFamily="34" charset="-122"/>
                <a:cs typeface="Poppins Light" pitchFamily="34" charset="-120"/>
              </a:rPr>
              <a:t>Multimedia: 37 foto's, video met onderskrifte, drie galery-stelsels</a:t>
            </a:r>
            <a:endParaRPr lang="af-ZA" sz="950" noProof="0" dirty="0"/>
          </a:p>
        </p:txBody>
      </p:sp>
      <p:sp>
        <p:nvSpPr>
          <p:cNvPr id="14" name="Shape 9"/>
          <p:cNvSpPr/>
          <p:nvPr/>
        </p:nvSpPr>
        <p:spPr>
          <a:xfrm>
            <a:off x="571500" y="2692608"/>
            <a:ext cx="325041" cy="255389"/>
          </a:xfrm>
          <a:prstGeom prst="roundRect">
            <a:avLst/>
          </a:prstGeom>
          <a:solidFill>
            <a:srgbClr val="8FBC8F"/>
          </a:solidFill>
          <a:ln/>
        </p:spPr>
        <p:txBody>
          <a:bodyPr/>
          <a:lstStyle/>
          <a:p>
            <a:endParaRPr lang="af-ZA" noProof="0" dirty="0"/>
          </a:p>
        </p:txBody>
      </p:sp>
      <p:sp>
        <p:nvSpPr>
          <p:cNvPr id="15" name="Text 10"/>
          <p:cNvSpPr/>
          <p:nvPr/>
        </p:nvSpPr>
        <p:spPr>
          <a:xfrm>
            <a:off x="571500" y="2692608"/>
            <a:ext cx="325041" cy="255389"/>
          </a:xfrm>
          <a:prstGeom prst="rect">
            <a:avLst/>
          </a:prstGeom>
          <a:noFill/>
          <a:ln/>
        </p:spPr>
        <p:txBody>
          <a:bodyPr wrap="none" lIns="136017" tIns="51054" rIns="136017" bIns="51054"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a:t>
            </a:r>
            <a:endParaRPr lang="af-ZA" sz="800" noProof="0" dirty="0"/>
          </a:p>
        </p:txBody>
      </p:sp>
      <p:sp>
        <p:nvSpPr>
          <p:cNvPr id="16" name="Text 11"/>
          <p:cNvSpPr/>
          <p:nvPr/>
        </p:nvSpPr>
        <p:spPr>
          <a:xfrm>
            <a:off x="1010841" y="2640285"/>
            <a:ext cx="3418284" cy="360034"/>
          </a:xfrm>
          <a:prstGeom prst="rect">
            <a:avLst/>
          </a:prstGeom>
          <a:noFill/>
          <a:ln/>
        </p:spPr>
        <p:txBody>
          <a:bodyPr wrap="square" lIns="0" tIns="0" rIns="0" bIns="0" rtlCol="0" anchor="t">
            <a:spAutoFit/>
          </a:bodyPr>
          <a:lstStyle/>
          <a:p>
            <a:pPr marL="0" indent="0" algn="l">
              <a:lnSpc>
                <a:spcPct val="112000"/>
              </a:lnSpc>
              <a:buNone/>
            </a:pPr>
            <a:r>
              <a:rPr lang="af-ZA" sz="950" noProof="0" dirty="0">
                <a:solidFill>
                  <a:srgbClr val="F4F6F3"/>
                </a:solidFill>
                <a:latin typeface="Poppins Light" pitchFamily="34" charset="0"/>
                <a:ea typeface="Poppins Light" pitchFamily="34" charset="-122"/>
                <a:cs typeface="Poppins Light" pitchFamily="34" charset="-120"/>
              </a:rPr>
              <a:t>Professionele navigasie met dropdown en hamburger-menu</a:t>
            </a:r>
            <a:endParaRPr lang="af-ZA" sz="950" noProof="0" dirty="0"/>
          </a:p>
        </p:txBody>
      </p:sp>
      <p:sp>
        <p:nvSpPr>
          <p:cNvPr id="17" name="Shape 12"/>
          <p:cNvSpPr/>
          <p:nvPr/>
        </p:nvSpPr>
        <p:spPr>
          <a:xfrm>
            <a:off x="4714875" y="2692608"/>
            <a:ext cx="325041" cy="255389"/>
          </a:xfrm>
          <a:prstGeom prst="roundRect">
            <a:avLst/>
          </a:prstGeom>
          <a:solidFill>
            <a:srgbClr val="8FBC8F"/>
          </a:solidFill>
          <a:ln/>
        </p:spPr>
        <p:txBody>
          <a:bodyPr/>
          <a:lstStyle/>
          <a:p>
            <a:endParaRPr lang="af-ZA" noProof="0" dirty="0"/>
          </a:p>
        </p:txBody>
      </p:sp>
      <p:sp>
        <p:nvSpPr>
          <p:cNvPr id="18" name="Text 13"/>
          <p:cNvSpPr/>
          <p:nvPr/>
        </p:nvSpPr>
        <p:spPr>
          <a:xfrm>
            <a:off x="4714875" y="2692608"/>
            <a:ext cx="325041" cy="255389"/>
          </a:xfrm>
          <a:prstGeom prst="rect">
            <a:avLst/>
          </a:prstGeom>
          <a:noFill/>
          <a:ln/>
        </p:spPr>
        <p:txBody>
          <a:bodyPr wrap="none" lIns="136017" tIns="51054" rIns="136017" bIns="51054"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a:t>
            </a:r>
            <a:endParaRPr lang="af-ZA" sz="800" noProof="0" dirty="0"/>
          </a:p>
        </p:txBody>
      </p:sp>
      <p:sp>
        <p:nvSpPr>
          <p:cNvPr id="19" name="Text 14"/>
          <p:cNvSpPr/>
          <p:nvPr/>
        </p:nvSpPr>
        <p:spPr>
          <a:xfrm>
            <a:off x="5154216" y="2730280"/>
            <a:ext cx="3148608" cy="180017"/>
          </a:xfrm>
          <a:prstGeom prst="rect">
            <a:avLst/>
          </a:prstGeom>
          <a:noFill/>
          <a:ln/>
        </p:spPr>
        <p:txBody>
          <a:bodyPr wrap="none" lIns="0" tIns="0" rIns="0" bIns="0" rtlCol="0" anchor="t">
            <a:spAutoFit/>
          </a:bodyPr>
          <a:lstStyle/>
          <a:p>
            <a:pPr marL="0" indent="0" algn="l">
              <a:lnSpc>
                <a:spcPct val="112000"/>
              </a:lnSpc>
              <a:buNone/>
            </a:pPr>
            <a:r>
              <a:rPr lang="af-ZA" sz="950" noProof="0" dirty="0">
                <a:solidFill>
                  <a:srgbClr val="F4F6F3"/>
                </a:solidFill>
                <a:latin typeface="Poppins Light" pitchFamily="34" charset="0"/>
                <a:ea typeface="Poppins Light" pitchFamily="34" charset="-122"/>
                <a:cs typeface="Poppins Light" pitchFamily="34" charset="-120"/>
              </a:rPr>
              <a:t>Plaaskalender, inkopie-mandjie en inteken-stelsel</a:t>
            </a:r>
            <a:endParaRPr lang="af-ZA" sz="950" noProof="0" dirty="0"/>
          </a:p>
        </p:txBody>
      </p:sp>
      <p:sp>
        <p:nvSpPr>
          <p:cNvPr id="20" name="Shape 15"/>
          <p:cNvSpPr/>
          <p:nvPr/>
        </p:nvSpPr>
        <p:spPr>
          <a:xfrm>
            <a:off x="571500" y="3171769"/>
            <a:ext cx="325041" cy="255389"/>
          </a:xfrm>
          <a:prstGeom prst="roundRect">
            <a:avLst/>
          </a:prstGeom>
          <a:solidFill>
            <a:srgbClr val="8FBC8F"/>
          </a:solidFill>
          <a:ln/>
        </p:spPr>
        <p:txBody>
          <a:bodyPr/>
          <a:lstStyle/>
          <a:p>
            <a:endParaRPr lang="af-ZA" noProof="0" dirty="0"/>
          </a:p>
        </p:txBody>
      </p:sp>
      <p:sp>
        <p:nvSpPr>
          <p:cNvPr id="21" name="Text 16"/>
          <p:cNvSpPr/>
          <p:nvPr/>
        </p:nvSpPr>
        <p:spPr>
          <a:xfrm>
            <a:off x="571500" y="3171769"/>
            <a:ext cx="325041" cy="255389"/>
          </a:xfrm>
          <a:prstGeom prst="rect">
            <a:avLst/>
          </a:prstGeom>
          <a:noFill/>
          <a:ln/>
        </p:spPr>
        <p:txBody>
          <a:bodyPr wrap="none" lIns="136017" tIns="51054" rIns="136017" bIns="51054"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a:t>
            </a:r>
            <a:endParaRPr lang="af-ZA" sz="800" noProof="0" dirty="0"/>
          </a:p>
        </p:txBody>
      </p:sp>
      <p:sp>
        <p:nvSpPr>
          <p:cNvPr id="22" name="Text 17"/>
          <p:cNvSpPr/>
          <p:nvPr/>
        </p:nvSpPr>
        <p:spPr>
          <a:xfrm>
            <a:off x="1010841" y="3209441"/>
            <a:ext cx="3230761" cy="180017"/>
          </a:xfrm>
          <a:prstGeom prst="rect">
            <a:avLst/>
          </a:prstGeom>
          <a:noFill/>
          <a:ln/>
        </p:spPr>
        <p:txBody>
          <a:bodyPr wrap="none" lIns="0" tIns="0" rIns="0" bIns="0" rtlCol="0" anchor="t">
            <a:spAutoFit/>
          </a:bodyPr>
          <a:lstStyle/>
          <a:p>
            <a:pPr marL="0" indent="0" algn="l">
              <a:lnSpc>
                <a:spcPct val="112000"/>
              </a:lnSpc>
              <a:buNone/>
            </a:pPr>
            <a:r>
              <a:rPr lang="af-ZA" sz="950" noProof="0" dirty="0">
                <a:solidFill>
                  <a:srgbClr val="F4F6F3"/>
                </a:solidFill>
                <a:latin typeface="Poppins Light" pitchFamily="34" charset="0"/>
                <a:ea typeface="Poppins Light" pitchFamily="34" charset="-122"/>
                <a:cs typeface="Poppins Light" pitchFamily="34" charset="-120"/>
              </a:rPr>
              <a:t>Volledige CRUD-databasis met transaksie-logboek</a:t>
            </a:r>
            <a:endParaRPr lang="af-ZA" sz="950" noProof="0" dirty="0"/>
          </a:p>
        </p:txBody>
      </p:sp>
      <p:sp>
        <p:nvSpPr>
          <p:cNvPr id="23" name="Shape 18"/>
          <p:cNvSpPr/>
          <p:nvPr/>
        </p:nvSpPr>
        <p:spPr>
          <a:xfrm>
            <a:off x="4714875" y="3171769"/>
            <a:ext cx="325041" cy="255389"/>
          </a:xfrm>
          <a:prstGeom prst="roundRect">
            <a:avLst/>
          </a:prstGeom>
          <a:solidFill>
            <a:srgbClr val="8FBC8F"/>
          </a:solidFill>
          <a:ln/>
        </p:spPr>
        <p:txBody>
          <a:bodyPr/>
          <a:lstStyle/>
          <a:p>
            <a:endParaRPr lang="af-ZA" noProof="0" dirty="0"/>
          </a:p>
        </p:txBody>
      </p:sp>
      <p:sp>
        <p:nvSpPr>
          <p:cNvPr id="24" name="Text 19"/>
          <p:cNvSpPr/>
          <p:nvPr/>
        </p:nvSpPr>
        <p:spPr>
          <a:xfrm>
            <a:off x="4714875" y="3171769"/>
            <a:ext cx="325041" cy="255389"/>
          </a:xfrm>
          <a:prstGeom prst="rect">
            <a:avLst/>
          </a:prstGeom>
          <a:noFill/>
          <a:ln/>
        </p:spPr>
        <p:txBody>
          <a:bodyPr wrap="none" lIns="136017" tIns="51054" rIns="136017" bIns="51054"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a:t>
            </a:r>
            <a:endParaRPr lang="af-ZA" sz="800" noProof="0" dirty="0"/>
          </a:p>
        </p:txBody>
      </p:sp>
      <p:sp>
        <p:nvSpPr>
          <p:cNvPr id="25" name="Text 20"/>
          <p:cNvSpPr/>
          <p:nvPr/>
        </p:nvSpPr>
        <p:spPr>
          <a:xfrm>
            <a:off x="5154216" y="3209441"/>
            <a:ext cx="1925241" cy="180017"/>
          </a:xfrm>
          <a:prstGeom prst="rect">
            <a:avLst/>
          </a:prstGeom>
          <a:noFill/>
          <a:ln/>
        </p:spPr>
        <p:txBody>
          <a:bodyPr wrap="none" lIns="0" tIns="0" rIns="0" bIns="0" rtlCol="0" anchor="t">
            <a:spAutoFit/>
          </a:bodyPr>
          <a:lstStyle/>
          <a:p>
            <a:pPr marL="0" indent="0" algn="l">
              <a:lnSpc>
                <a:spcPct val="112000"/>
              </a:lnSpc>
              <a:buNone/>
            </a:pPr>
            <a:r>
              <a:rPr lang="af-ZA" sz="950" noProof="0" dirty="0">
                <a:solidFill>
                  <a:srgbClr val="F4F6F3"/>
                </a:solidFill>
                <a:latin typeface="Poppins Light" pitchFamily="34" charset="0"/>
                <a:ea typeface="Poppins Light" pitchFamily="34" charset="-122"/>
                <a:cs typeface="Poppins Light" pitchFamily="34" charset="-120"/>
              </a:rPr>
              <a:t>Print-vriendelike styl (Print.css)</a:t>
            </a:r>
            <a:endParaRPr lang="af-ZA" sz="950" noProof="0" dirty="0"/>
          </a:p>
        </p:txBody>
      </p:sp>
      <p:sp>
        <p:nvSpPr>
          <p:cNvPr id="26" name="Shape 21"/>
          <p:cNvSpPr/>
          <p:nvPr/>
        </p:nvSpPr>
        <p:spPr>
          <a:xfrm>
            <a:off x="571500" y="3650931"/>
            <a:ext cx="325041" cy="255389"/>
          </a:xfrm>
          <a:prstGeom prst="roundRect">
            <a:avLst/>
          </a:prstGeom>
          <a:solidFill>
            <a:srgbClr val="8FBC8F"/>
          </a:solidFill>
          <a:ln/>
        </p:spPr>
        <p:txBody>
          <a:bodyPr/>
          <a:lstStyle/>
          <a:p>
            <a:endParaRPr lang="af-ZA" noProof="0" dirty="0"/>
          </a:p>
        </p:txBody>
      </p:sp>
      <p:sp>
        <p:nvSpPr>
          <p:cNvPr id="27" name="Text 22"/>
          <p:cNvSpPr/>
          <p:nvPr/>
        </p:nvSpPr>
        <p:spPr>
          <a:xfrm>
            <a:off x="571500" y="3650931"/>
            <a:ext cx="325041" cy="255389"/>
          </a:xfrm>
          <a:prstGeom prst="rect">
            <a:avLst/>
          </a:prstGeom>
          <a:noFill/>
          <a:ln/>
        </p:spPr>
        <p:txBody>
          <a:bodyPr wrap="none" lIns="136017" tIns="51054" rIns="136017" bIns="51054"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a:t>
            </a:r>
            <a:endParaRPr lang="af-ZA" sz="800" noProof="0" dirty="0"/>
          </a:p>
        </p:txBody>
      </p:sp>
      <p:sp>
        <p:nvSpPr>
          <p:cNvPr id="28" name="Text 23"/>
          <p:cNvSpPr/>
          <p:nvPr/>
        </p:nvSpPr>
        <p:spPr>
          <a:xfrm>
            <a:off x="1010841" y="3688603"/>
            <a:ext cx="3043238" cy="180017"/>
          </a:xfrm>
          <a:prstGeom prst="rect">
            <a:avLst/>
          </a:prstGeom>
          <a:noFill/>
          <a:ln/>
        </p:spPr>
        <p:txBody>
          <a:bodyPr wrap="none" lIns="0" tIns="0" rIns="0" bIns="0" rtlCol="0" anchor="t">
            <a:spAutoFit/>
          </a:bodyPr>
          <a:lstStyle/>
          <a:p>
            <a:pPr marL="0" indent="0" algn="l">
              <a:lnSpc>
                <a:spcPct val="112000"/>
              </a:lnSpc>
              <a:buNone/>
            </a:pPr>
            <a:r>
              <a:rPr lang="af-ZA" sz="950" noProof="0" dirty="0">
                <a:solidFill>
                  <a:srgbClr val="F4F6F3"/>
                </a:solidFill>
                <a:latin typeface="Poppins Light" pitchFamily="34" charset="0"/>
                <a:ea typeface="Poppins Light" pitchFamily="34" charset="-122"/>
                <a:cs typeface="Poppins Light" pitchFamily="34" charset="-120"/>
              </a:rPr>
              <a:t>Twee webvorms met validasie (bestel &amp; kontak)</a:t>
            </a:r>
            <a:endParaRPr lang="af-ZA" sz="950" noProof="0" dirty="0"/>
          </a:p>
        </p:txBody>
      </p:sp>
      <p:sp>
        <p:nvSpPr>
          <p:cNvPr id="29" name="Shape 24"/>
          <p:cNvSpPr/>
          <p:nvPr/>
        </p:nvSpPr>
        <p:spPr>
          <a:xfrm>
            <a:off x="4714875" y="3650931"/>
            <a:ext cx="325041" cy="255389"/>
          </a:xfrm>
          <a:prstGeom prst="roundRect">
            <a:avLst/>
          </a:prstGeom>
          <a:solidFill>
            <a:srgbClr val="8FBC8F"/>
          </a:solidFill>
          <a:ln/>
        </p:spPr>
        <p:txBody>
          <a:bodyPr/>
          <a:lstStyle/>
          <a:p>
            <a:endParaRPr lang="af-ZA" noProof="0" dirty="0"/>
          </a:p>
        </p:txBody>
      </p:sp>
      <p:sp>
        <p:nvSpPr>
          <p:cNvPr id="30" name="Text 25"/>
          <p:cNvSpPr/>
          <p:nvPr/>
        </p:nvSpPr>
        <p:spPr>
          <a:xfrm>
            <a:off x="4714875" y="3650931"/>
            <a:ext cx="325041" cy="255389"/>
          </a:xfrm>
          <a:prstGeom prst="rect">
            <a:avLst/>
          </a:prstGeom>
          <a:noFill/>
          <a:ln/>
        </p:spPr>
        <p:txBody>
          <a:bodyPr wrap="none" lIns="136017" tIns="51054" rIns="136017" bIns="51054" rtlCol="0" anchor="t">
            <a:spAutoFit/>
          </a:bodyPr>
          <a:lstStyle/>
          <a:p>
            <a:pPr marL="0" indent="0" algn="l">
              <a:buNone/>
            </a:pPr>
            <a:r>
              <a:rPr lang="af-ZA" sz="800" b="1" noProof="0" dirty="0">
                <a:solidFill>
                  <a:srgbClr val="0F381C"/>
                </a:solidFill>
                <a:latin typeface="Poppins Bold" pitchFamily="34" charset="0"/>
                <a:ea typeface="Poppins Bold" pitchFamily="34" charset="-122"/>
                <a:cs typeface="Poppins Bold" pitchFamily="34" charset="-120"/>
              </a:rPr>
              <a:t>✓</a:t>
            </a:r>
            <a:endParaRPr lang="af-ZA" sz="800" noProof="0" dirty="0"/>
          </a:p>
        </p:txBody>
      </p:sp>
      <p:sp>
        <p:nvSpPr>
          <p:cNvPr id="31" name="Text 26"/>
          <p:cNvSpPr/>
          <p:nvPr/>
        </p:nvSpPr>
        <p:spPr>
          <a:xfrm>
            <a:off x="5154216" y="3598608"/>
            <a:ext cx="3418284" cy="360034"/>
          </a:xfrm>
          <a:prstGeom prst="rect">
            <a:avLst/>
          </a:prstGeom>
          <a:noFill/>
          <a:ln/>
        </p:spPr>
        <p:txBody>
          <a:bodyPr wrap="square" lIns="0" tIns="0" rIns="0" bIns="0" rtlCol="0" anchor="t">
            <a:spAutoFit/>
          </a:bodyPr>
          <a:lstStyle/>
          <a:p>
            <a:pPr marL="0" indent="0" algn="l">
              <a:lnSpc>
                <a:spcPct val="112000"/>
              </a:lnSpc>
              <a:buNone/>
            </a:pPr>
            <a:r>
              <a:rPr lang="af-ZA" sz="950" noProof="0" dirty="0">
                <a:solidFill>
                  <a:srgbClr val="F4F6F3"/>
                </a:solidFill>
                <a:latin typeface="Poppins Light" pitchFamily="34" charset="0"/>
                <a:ea typeface="Poppins Light" pitchFamily="34" charset="-122"/>
                <a:cs typeface="Poppins Light" pitchFamily="34" charset="-120"/>
              </a:rPr>
              <a:t>Gedokumenteerde SQL-skema vir toekomstige uitbreiding</a:t>
            </a:r>
            <a:endParaRPr lang="af-ZA" sz="950" noProof="0" dirty="0"/>
          </a:p>
        </p:txBody>
      </p:sp>
      <p:sp>
        <p:nvSpPr>
          <p:cNvPr id="32" name="Shape 27"/>
          <p:cNvSpPr/>
          <p:nvPr/>
        </p:nvSpPr>
        <p:spPr>
          <a:xfrm>
            <a:off x="1165324" y="4315830"/>
            <a:ext cx="6813352" cy="573286"/>
          </a:xfrm>
          <a:prstGeom prst="roundRect">
            <a:avLst/>
          </a:prstGeom>
          <a:solidFill>
            <a:srgbClr val="0F381C">
              <a:alpha val="50000"/>
            </a:srgbClr>
          </a:solidFill>
          <a:ln w="18288">
            <a:solidFill>
              <a:srgbClr val="8FBC8F"/>
            </a:solidFill>
            <a:prstDash val="solid"/>
          </a:ln>
        </p:spPr>
        <p:txBody>
          <a:bodyPr/>
          <a:lstStyle/>
          <a:p>
            <a:endParaRPr lang="af-ZA" noProof="0" dirty="0"/>
          </a:p>
        </p:txBody>
      </p:sp>
      <p:sp>
        <p:nvSpPr>
          <p:cNvPr id="33" name="Text 28"/>
          <p:cNvSpPr/>
          <p:nvPr/>
        </p:nvSpPr>
        <p:spPr>
          <a:xfrm>
            <a:off x="1165324" y="4315830"/>
            <a:ext cx="6813352" cy="573286"/>
          </a:xfrm>
          <a:prstGeom prst="rect">
            <a:avLst/>
          </a:prstGeom>
          <a:noFill/>
          <a:ln/>
        </p:spPr>
        <p:txBody>
          <a:bodyPr wrap="square" lIns="340233" tIns="170053" rIns="340233" bIns="170053" rtlCol="0" anchor="t">
            <a:spAutoFit/>
          </a:bodyPr>
          <a:lstStyle/>
          <a:p>
            <a:pPr marL="0" indent="0" algn="ctr">
              <a:buNone/>
            </a:pPr>
            <a:r>
              <a:rPr lang="af-ZA" sz="1200" b="1" i="1" noProof="0" dirty="0">
                <a:solidFill>
                  <a:srgbClr val="FFFFFF"/>
                </a:solidFill>
                <a:latin typeface="Poppins Bold" pitchFamily="34" charset="0"/>
                <a:ea typeface="Poppins Bold" pitchFamily="34" charset="-122"/>
                <a:cs typeface="Poppins Bold" pitchFamily="34" charset="-120"/>
              </a:rPr>
              <a:t>"Highveld Boerdery – waar tradisie en tegnologie hand aan hand loop."</a:t>
            </a:r>
            <a:endParaRPr lang="af-ZA" sz="1200" noProof="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TotalTime>
  <Words>1492</Words>
  <Application>Microsoft Office PowerPoint</Application>
  <PresentationFormat>On-screen Show (16:9)</PresentationFormat>
  <Paragraphs>182</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Poppins Bold</vt:lpstr>
      <vt:lpstr>Poppins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Noelle Steenkamp</cp:lastModifiedBy>
  <cp:revision>29</cp:revision>
  <dcterms:created xsi:type="dcterms:W3CDTF">2026-05-20T10:38:30Z</dcterms:created>
  <dcterms:modified xsi:type="dcterms:W3CDTF">2026-05-20T13:25:31Z</dcterms:modified>
</cp:coreProperties>
</file>